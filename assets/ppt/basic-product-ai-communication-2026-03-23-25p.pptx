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2" r:id="rId2"/>
    <p:sldMasterId id="2147483657" r:id="rId3"/>
    <p:sldMasterId id="2147483663" r:id="rId4"/>
    <p:sldMasterId id="2147483670" r:id="rId5"/>
    <p:sldMasterId id="2147483682" r:id="rId6"/>
    <p:sldMasterId id="2147483696" r:id="rId7"/>
    <p:sldMasterId id="2147483705" r:id="rId8"/>
    <p:sldMasterId id="2147483716" r:id="rId9"/>
    <p:sldMasterId id="2147483720" r:id="rId10"/>
    <p:sldMasterId id="2147483726" r:id="rId11"/>
    <p:sldMasterId id="2147483733" r:id="rId12"/>
    <p:sldMasterId id="2147483739" r:id="rId13"/>
    <p:sldMasterId id="2147483745" r:id="rId14"/>
  </p:sldMasterIdLst>
  <p:notesMasterIdLst>
    <p:notesMasterId r:id="rId43"/>
  </p:notesMasterIdLst>
  <p:handoutMasterIdLst>
    <p:handoutMasterId r:id="rId44"/>
  </p:handoutMasterIdLst>
  <p:sldIdLst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22"/>
    <p:sldId id="277" r:id="rId21"/>
    <p:sldId id="278" r:id="rId20"/>
    <p:sldId id="279" r:id="rId19"/>
    <p:sldId id="280" r:id="rId18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" initials="z" lastIdx="14" clrIdx="0"/>
  <p:cmAuthor id="151" name="未知用户95" initials="未" lastIdx="4" clrIdx="0"/>
  <p:cmAuthor id="1" name="du shiheng" initials="ds" lastIdx="1" clrIdx="0"/>
  <p:cmAuthor id="2" name="金翰 李" initials="金翰" lastIdx="16" clrIdx="1"/>
  <p:cmAuthor id="153" name="未知用户96" initials="未" lastIdx="13" clrIdx="0"/>
  <p:cmAuthor id="3" name="吴文娟(WenjuanWu)" initials="a" lastIdx="5" clrIdx="2"/>
  <p:cmAuthor id="4" name="ma kaka" initials="m" lastIdx="1" clrIdx="3"/>
  <p:cmAuthor id="155" name="未知用户97" initials="未" lastIdx="2" clrIdx="0"/>
  <p:cmAuthor id="5" name="liupeng" initials="l" lastIdx="3" clrIdx="4"/>
  <p:cmAuthor id="156" name="01384247" initials="0" lastIdx="26" clrIdx="155"/>
  <p:cmAuthor id="6" name="管理员" initials="S" lastIdx="1" clrIdx="5"/>
  <p:cmAuthor id="157" name="未知用户98" initials="未" lastIdx="3" clrIdx="1"/>
  <p:cmAuthor id="7" name="奕瑜 税" initials="奕瑜" lastIdx="1" clrIdx="6"/>
  <p:cmAuthor id="8" name="01393987" initials="0" lastIdx="3" clrIdx="7"/>
  <p:cmAuthor id="159" name="未知用户99" initials="未" lastIdx="16" clrIdx="2"/>
  <p:cmAuthor id="9" name="cw l" initials="cl" lastIdx="2" clrIdx="8"/>
  <p:cmAuthor id="160" name="a01258405" initials="a" lastIdx="1" clrIdx="159"/>
  <p:cmAuthor id="10" name="miao" initials="m" lastIdx="1" clrIdx="9"/>
  <p:cmAuthor id="161" name="未知用户100" initials="未" lastIdx="0" clrIdx="0"/>
  <p:cmAuthor id="11" name="hcf" initials="hcf" lastIdx="30" clrIdx="10"/>
  <p:cmAuthor id="12" name="yao junlan" initials="yj" lastIdx="51" clrIdx="11"/>
  <p:cmAuthor id="163" name="未知用户101" initials="未" lastIdx="3" clrIdx="0"/>
  <p:cmAuthor id="13" name="maoshilei" initials="msl" lastIdx="10" clrIdx="12"/>
  <p:cmAuthor id="14" name="Microsoft Office User" initials="MOU" lastIdx="13" clrIdx="13"/>
  <p:cmAuthor id="15" name="刘 三一" initials="刘" lastIdx="3" clrIdx="14"/>
  <p:cmAuthor id="16" name="wl" initials="wl" lastIdx="4" clrIdx="15"/>
  <p:cmAuthor id="17" name="ljwgo" initials="l" lastIdx="1" clrIdx="16"/>
  <p:cmAuthor id="18" name="未知" initials="未" lastIdx="1" clrIdx="17"/>
  <p:cmAuthor id="169" name="段振华" initials="段" lastIdx="1" clrIdx="0"/>
  <p:cmAuthor id="19" name="丰图" initials="FT" lastIdx="1" clrIdx="18"/>
  <p:cmAuthor id="20" name="丰图科技PGIS2.0" initials="l" lastIdx="1" clrIdx="19"/>
  <p:cmAuthor id="171" name="lou cynthia" initials="l" lastIdx="1" clrIdx="0"/>
  <p:cmAuthor id="21" name="Lenovo" initials="L" lastIdx="1" clrIdx="20"/>
  <p:cmAuthor id="22" name="maning" initials="m" lastIdx="1" clrIdx="21"/>
  <p:cmAuthor id="23" name="lwb42" initials="l" lastIdx="5" clrIdx="22"/>
  <p:cmAuthor id="24" name="邹洋" initials="邹" lastIdx="2" clrIdx="0"/>
  <p:cmAuthor id="175" name="马红" initials="马" lastIdx="7" clrIdx="0"/>
  <p:cmAuthor id="25" name="王志刚" initials="王" lastIdx="1" clrIdx="0"/>
  <p:cmAuthor id="26" name="未知用户13" initials="未" lastIdx="1" clrIdx="0"/>
  <p:cmAuthor id="27" name="未知用户5" initials="未" lastIdx="1" clrIdx="0"/>
  <p:cmAuthor id="28" name="Administrator" initials="A" lastIdx="14" clrIdx="27"/>
  <p:cmAuthor id="29" name="王明明" initials="王" lastIdx="3" clrIdx="0"/>
  <p:cmAuthor id="30" name="Lenovo User" initials="L" lastIdx="1" clrIdx="0"/>
  <p:cmAuthor id="31" name="hys2" initials="h" lastIdx="1" clrIdx="0"/>
  <p:cmAuthor id="32" name="赵琦" initials="赵" lastIdx="4" clrIdx="1"/>
  <p:cmAuthor id="33" name="朱绍春" initials="朱" lastIdx="13" clrIdx="0"/>
  <p:cmAuthor id="34" name="番茄花园" initials="番" lastIdx="1" clrIdx="0"/>
  <p:cmAuthor id="35" name="朱悦龙" initials="朱" lastIdx="1" clrIdx="0"/>
  <p:cmAuthor id="36" name="evil" initials="e" lastIdx="0" clrIdx="0"/>
  <p:cmAuthor id="37" name="dell" initials="d" lastIdx="1" clrIdx="4"/>
  <p:cmAuthor id="2000" name="魏阳_yEjyZJ7f" initials="authorId_705934" lastIdx="0" clrIdx="0"/>
  <p:cmAuthor id="38" name="吕志勇" initials="吕" lastIdx="8" clrIdx="0"/>
  <p:cmAuthor id="2001" name="韩云_rqmaAvMB" initials="authorId_220883" lastIdx="0" clrIdx="0"/>
  <p:cmAuthor id="39" name="何已龙" initials="何" lastIdx="2" clrIdx="2"/>
  <p:cmAuthor id="2002" name="Kassie_7bQ3NFvM" initials="authorId_1418130444" lastIdx="0" clrIdx="0"/>
  <p:cmAuthor id="40" name="叶得会" initials="叶" lastIdx="8" clrIdx="0"/>
  <p:cmAuthor id="2003" name="WPS_1423260211_F3mya2uI" initials="authorId_1423260211" lastIdx="0" clrIdx="0"/>
  <p:cmAuthor id="41" name="未知用户6" initials="未" lastIdx="1" clrIdx="0"/>
  <p:cmAuthor id="2004" name="尹 姣姣" initials="尹" lastIdx="1" clrIdx="2"/>
  <p:cmAuthor id="42" name="未知用户8" initials="未" lastIdx="1" clrIdx="0"/>
  <p:cmAuthor id="43" name="未知用户7" initials="未" lastIdx="1" clrIdx="0"/>
  <p:cmAuthor id="44" name="未知用户9" initials="未" lastIdx="1" clrIdx="0"/>
  <p:cmAuthor id="45" name="未知用户17" initials="未" lastIdx="1" clrIdx="1"/>
  <p:cmAuthor id="46" name="未知用户18" initials="未" lastIdx="1" clrIdx="0"/>
  <p:cmAuthor id="47" name="未知用户20" initials="未" lastIdx="1" clrIdx="0"/>
  <p:cmAuthor id="48" name="未知用户19" initials="未" lastIdx="1" clrIdx="0"/>
  <p:cmAuthor id="49" name="未知用户21" initials="未" lastIdx="1" clrIdx="0"/>
  <p:cmAuthor id="50" name="未知用户14" initials="未" lastIdx="1" clrIdx="0"/>
  <p:cmAuthor id="51" name="未知用户15" initials="未" lastIdx="1" clrIdx="0"/>
  <p:cmAuthor id="52" name="未知用户16" initials="未" lastIdx="4" clrIdx="0"/>
  <p:cmAuthor id="53" name="郝崇" initials="郝" lastIdx="4" clrIdx="1"/>
  <p:cmAuthor id="54" name="吴杰" initials="吴" lastIdx="1" clrIdx="0"/>
  <p:cmAuthor id="55" name="刘丽仙" initials="刘" lastIdx="4" clrIdx="33"/>
  <p:cmAuthor id="56" name="马静" initials="马" lastIdx="0" clrIdx="0"/>
  <p:cmAuthor id="57" name="李百秋" initials="李" lastIdx="3" clrIdx="21"/>
  <p:cmAuthor id="58" name="范作霖" initials="范" lastIdx="1" clrIdx="22"/>
  <p:cmAuthor id="59" name="rq fan" initials="r" lastIdx="3" clrIdx="1"/>
  <p:cmAuthor id="210" name="李刚" initials="李" lastIdx="3" clrIdx="0"/>
  <p:cmAuthor id="60" name="dingbo" initials="d" lastIdx="1" clrIdx="0"/>
  <p:cmAuthor id="61" name="李永欣" initials="李" lastIdx="1" clrIdx="0"/>
  <p:cmAuthor id="62" name="仝德志" initials="仝" lastIdx="1" clrIdx="0"/>
  <p:cmAuthor id="63" name="丁芙蓉" initials="丁" lastIdx="4" clrIdx="1"/>
  <p:cmAuthor id="64" name="许弘扬" initials="许" lastIdx="1" clrIdx="0"/>
  <p:cmAuthor id="65" name="未知用户23" initials="未" lastIdx="1" clrIdx="1"/>
  <p:cmAuthor id="66" name="未知用户24" initials="未" lastIdx="1" clrIdx="0"/>
  <p:cmAuthor id="67" name="未知用户25" initials="未" lastIdx="1" clrIdx="0"/>
  <p:cmAuthor id="68" name="未知用户26" initials="未" lastIdx="1" clrIdx="0"/>
  <p:cmAuthor id="191251535" name="沈霄雷" initials="沈" lastIdx="833089" clrIdx="0"/>
  <p:cmAuthor id="69" name="未知用户27" initials="未" lastIdx="1" clrIdx="0"/>
  <p:cmAuthor id="191251536" name="李哲(ZheLi)-顺丰科技" initials="a" lastIdx="1" clrIdx="11"/>
  <p:cmAuthor id="70" name="未知用户28" initials="未" lastIdx="1" clrIdx="0"/>
  <p:cmAuthor id="191251537" name="Echo" initials="E" lastIdx="1" clrIdx="191251536"/>
  <p:cmAuthor id="71" name="未知用户29" initials="未" lastIdx="1" clrIdx="0"/>
  <p:cmAuthor id="72" name="未知用户30" initials="未" lastIdx="4" clrIdx="0"/>
  <p:cmAuthor id="73" name="未知用户10" initials="未" lastIdx="7" clrIdx="0"/>
  <p:cmAuthor id="74" name="未知用户12" initials="未" lastIdx="1" clrIdx="0"/>
  <p:cmAuthor id="75" name="作者" initials="A" lastIdx="0" clrIdx="24"/>
  <p:cmAuthor id="76" name="贡鑫" initials="贡" lastIdx="2" clrIdx="0"/>
  <p:cmAuthor id="77" name="administrator1" initials="a" lastIdx="16" clrIdx="2"/>
  <p:cmAuthor id="78" name="杜雪梅" initials="杜" lastIdx="1" clrIdx="0"/>
  <p:cmAuthor id="79" name="lijin" initials="l" lastIdx="33" clrIdx="0"/>
  <p:cmAuthor id="80" name="gtmc" initials="g" lastIdx="0" clrIdx="0"/>
  <p:cmAuthor id="81" name="chunsong_hu" initials="c" lastIdx="0" clrIdx="0"/>
  <p:cmAuthor id="82" name="张雁" initials="张" lastIdx="1" clrIdx="19"/>
  <p:cmAuthor id="83" name="贾清山" initials="贾" lastIdx="1" clrIdx="0"/>
  <p:cmAuthor id="84" name="陈桂枝" initials="陈" lastIdx="1" clrIdx="0"/>
  <p:cmAuthor id="85" name="王向羽" initials="王" lastIdx="1" clrIdx="0"/>
  <p:cmAuthor id="86" name="thinkpad" initials="t" lastIdx="2" clrIdx="0"/>
  <p:cmAuthor id="87" name="LEO L" initials="L" lastIdx="1" clrIdx="0"/>
  <p:cmAuthor id="88" name="马海燕" initials="马" lastIdx="1" clrIdx="18"/>
  <p:cmAuthor id="89" name="libin1204@163.com" initials="l" lastIdx="1" clrIdx="102"/>
  <p:cmAuthor id="90" name="Qingyunli" initials="Q" lastIdx="24" clrIdx="0"/>
  <p:cmAuthor id="91" name="吴军" initials="吴" lastIdx="1" clrIdx="0"/>
  <p:cmAuthor id="92" name="USER" initials="U" lastIdx="18" clrIdx="0"/>
  <p:cmAuthor id="93" name="陈尚文" initials="陈" lastIdx="1" clrIdx="1"/>
  <p:cmAuthor id="94" name="张宏伟" initials="张" lastIdx="46" clrIdx="0"/>
  <p:cmAuthor id="95" name="未知用户36" initials="未" lastIdx="2" clrIdx="0"/>
  <p:cmAuthor id="96" name="Pei" initials="P" lastIdx="0" clrIdx="1"/>
  <p:cmAuthor id="97" name="徐光宇" initials="徐" lastIdx="1" clrIdx="0"/>
  <p:cmAuthor id="98" name="mac" initials="m" lastIdx="1" clrIdx="0"/>
  <p:cmAuthor id="99" name="Liu, Leo (MBSHR cs)" initials="L" lastIdx="2" clrIdx="0"/>
  <p:cmAuthor id="100" name="刘豹" initials="刘" lastIdx="0" clrIdx="0"/>
  <p:cmAuthor id="101" name="张艳芳" initials="张" lastIdx="3" clrIdx="0"/>
  <p:cmAuthor id="102" name="刘广艳" initials="刘" lastIdx="10" clrIdx="1"/>
  <p:cmAuthor id="103" name="邹积逊" initials="邹" lastIdx="1" clrIdx="0"/>
  <p:cmAuthor id="104" name="yangyanxia" initials="y" lastIdx="1" clrIdx="0"/>
  <p:cmAuthor id="105" name="刘春辉" initials="刘" lastIdx="4" clrIdx="28"/>
  <p:cmAuthor id="106" name="Youwen Sun" initials="Y" lastIdx="3" clrIdx="1"/>
  <p:cmAuthor id="107" name="杜娇龙" initials="杜" lastIdx="2" clrIdx="1"/>
  <p:cmAuthor id="108" name="张钦" initials="张" lastIdx="4" clrIdx="4"/>
  <p:cmAuthor id="109" name="涛娜" initials="涛" lastIdx="1" clrIdx="11"/>
  <p:cmAuthor id="110" name="未知用户80" initials="未" lastIdx="1" clrIdx="0"/>
  <p:cmAuthor id="111" name="李丽华" initials="李" lastIdx="12" clrIdx="1"/>
  <p:cmAuthor id="112" name="Microsoft 帐户" initials="M" lastIdx="1" clrIdx="0"/>
  <p:cmAuthor id="113" name="王志虎" initials="王" lastIdx="1" clrIdx="24"/>
  <p:cmAuthor id="114" name="魏永生" initials="魏" lastIdx="4" clrIdx="17"/>
  <p:cmAuthor id="115" name="Zhou, Judy" initials="Z" lastIdx="9" clrIdx="0"/>
  <p:cmAuthor id="116" name=" " initials=" " lastIdx="3" clrIdx="6"/>
  <p:cmAuthor id="117" name="未知用户51" initials="未" lastIdx="4" clrIdx="0"/>
  <p:cmAuthor id="118" name="未知用户82" initials="未" lastIdx="4" clrIdx="0"/>
  <p:cmAuthor id="119" name="未知用户52" initials="未" lastIdx="13" clrIdx="0"/>
  <p:cmAuthor id="120" name="侯 林" initials="侯" lastIdx="2" clrIdx="35"/>
  <p:cmAuthor id="121" name="孙大威" initials="孙" lastIdx="21" clrIdx="4"/>
  <p:cmAuthor id="122" name="未知用户83" initials="未" lastIdx="13" clrIdx="0"/>
  <p:cmAuthor id="123" name="李明" initials="李" lastIdx="4" clrIdx="73"/>
  <p:cmAuthor id="124" name="未知用户2" initials="未" lastIdx="0" clrIdx="0"/>
  <p:cmAuthor id="125" name="徐仕超" initials="徐" lastIdx="1" clrIdx="3"/>
  <p:cmAuthor id="126" name="未知用户84" initials="未" lastIdx="2" clrIdx="0"/>
  <p:cmAuthor id="127" name="Lzy" initials="L" lastIdx="1" clrIdx="0"/>
  <p:cmAuthor id="128" name="未知用户3" initials="未" lastIdx="4" clrIdx="1"/>
  <p:cmAuthor id="129" name="未知用户62" initials="未" lastIdx="3" clrIdx="0"/>
  <p:cmAuthor id="130" name="未知用户85" initials="未" lastIdx="2" clrIdx="1"/>
  <p:cmAuthor id="131" name="未知用户63" initials="未" lastIdx="21" clrIdx="4"/>
  <p:cmAuthor id="133" name="未知用户86" initials="未" lastIdx="16" clrIdx="2"/>
  <p:cmAuthor id="135" name="未知用户87" initials="未" lastIdx="0" clrIdx="0"/>
  <p:cmAuthor id="137" name="未知用户88" initials="未" lastIdx="3" clrIdx="0"/>
  <p:cmAuthor id="138" name="宋少霞" initials="宋" lastIdx="1" clrIdx="2"/>
  <p:cmAuthor id="139" name="未知用户89" initials="未" lastIdx="21" clrIdx="4"/>
  <p:cmAuthor id="141" name="未知用户90" initials="未" lastIdx="1" clrIdx="1"/>
  <p:cmAuthor id="142" name="张惠" initials="张" lastIdx="1" clrIdx="0"/>
  <p:cmAuthor id="143" name="未知用户91" initials="未" lastIdx="1" clrIdx="0"/>
  <p:cmAuthor id="145" name="未知用户92" initials="未" lastIdx="1" clrIdx="0"/>
  <p:cmAuthor id="146" name="panhong" initials="p" lastIdx="18" clrIdx="0"/>
  <p:cmAuthor id="147" name="未知用户93" initials="未" lastIdx="1" clrIdx="0"/>
  <p:cmAuthor id="149" name="未知用户94" initials="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286AFF"/>
    <a:srgbClr val="2B5BFF"/>
    <a:srgbClr val="7F6AFF"/>
    <a:srgbClr val="188AA1"/>
    <a:srgbClr val="B5D5FF"/>
    <a:srgbClr val="8FAFEA"/>
    <a:srgbClr val="E9EEFF"/>
    <a:srgbClr val="4176AA"/>
    <a:srgbClr val="3FA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53" autoAdjust="0"/>
    <p:restoredTop sz="86635" autoAdjust="0"/>
  </p:normalViewPr>
  <p:slideViewPr>
    <p:cSldViewPr snapToGrid="0" snapToObjects="1">
      <p:cViewPr varScale="1">
        <p:scale>
          <a:sx n="125" d="100"/>
          <a:sy n="125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8" Type="http://schemas.openxmlformats.org/officeDocument/2006/relationships/slide" Target="slides/slide25.xml"/><Relationship Id="rId19" Type="http://schemas.openxmlformats.org/officeDocument/2006/relationships/slide" Target="slides/slide24.xml"/><Relationship Id="rId20" Type="http://schemas.openxmlformats.org/officeDocument/2006/relationships/slide" Target="slides/slide23.xml"/><Relationship Id="rId21" Type="http://schemas.openxmlformats.org/officeDocument/2006/relationships/slide" Target="slides/slide22.xml"/><Relationship Id="rId22" Type="http://schemas.openxmlformats.org/officeDocument/2006/relationships/slide" Target="slides/slide21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39" Type="http://schemas.openxmlformats.org/officeDocument/2006/relationships/slide" Target="slides/slide17.xml"/><Relationship Id="rId40" Type="http://schemas.openxmlformats.org/officeDocument/2006/relationships/slide" Target="slides/slide18.xml"/><Relationship Id="rId41" Type="http://schemas.openxmlformats.org/officeDocument/2006/relationships/slide" Target="slides/slide19.xml"/><Relationship Id="rId42" Type="http://schemas.openxmlformats.org/officeDocument/2006/relationships/slide" Target="slides/slide20.xml"/><Relationship Id="rId43" Type="http://schemas.openxmlformats.org/officeDocument/2006/relationships/notesMaster" Target="notesMasters/notesMaster1.xml"/><Relationship Id="rId44" Type="http://schemas.openxmlformats.org/officeDocument/2006/relationships/handoutMaster" Target="handoutMasters/handoutMaster1.xml"/><Relationship Id="rId45" Type="http://schemas.openxmlformats.org/officeDocument/2006/relationships/tags" Target="tags/tag1.xml"/><Relationship Id="rId46" Type="http://schemas.openxmlformats.org/officeDocument/2006/relationships/commentAuthors" Target="commentAuthors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7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7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7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7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7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0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0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7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7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7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B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703976" y="2351218"/>
            <a:ext cx="10515600" cy="733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703975" y="3085051"/>
            <a:ext cx="10515599" cy="34394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>
                <a:solidFill>
                  <a:srgbClr val="B5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318" y="630000"/>
            <a:ext cx="1041400" cy="330200"/>
          </a:xfrm>
          <a:prstGeom prst="rect">
            <a:avLst/>
          </a:prstGeom>
        </p:spPr>
      </p:pic>
      <p:sp>
        <p:nvSpPr>
          <p:cNvPr id="14" name="圆角矩形 13"/>
          <p:cNvSpPr/>
          <p:nvPr userDrawn="1"/>
        </p:nvSpPr>
        <p:spPr>
          <a:xfrm>
            <a:off x="773387" y="3848709"/>
            <a:ext cx="2196661" cy="588579"/>
          </a:xfrm>
          <a:prstGeom prst="roundRect">
            <a:avLst>
              <a:gd name="adj" fmla="val 50000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773386" y="3920748"/>
            <a:ext cx="2196661" cy="444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800">
                <a:solidFill>
                  <a:srgbClr val="286A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部门</a:t>
            </a:r>
            <a:r>
              <a:rPr kumimoji="1" lang="en-US" altLang="zh-CN" dirty="0"/>
              <a:t>-</a:t>
            </a:r>
            <a:r>
              <a:rPr kumimoji="1" lang="zh-CN" altLang="en-US" dirty="0"/>
              <a:t>姓名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B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2012950" y="2944813"/>
            <a:ext cx="6912936" cy="101441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80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编辑结束语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318" y="630000"/>
            <a:ext cx="1041400" cy="330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样式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C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318" y="630000"/>
            <a:ext cx="1041400" cy="330200"/>
          </a:xfrm>
          <a:prstGeom prst="rect">
            <a:avLst/>
          </a:prstGeom>
        </p:spPr>
      </p:pic>
      <p:sp>
        <p:nvSpPr>
          <p:cNvPr id="10" name="标题占位符 1"/>
          <p:cNvSpPr>
            <a:spLocks noGrp="1"/>
          </p:cNvSpPr>
          <p:nvPr>
            <p:ph type="title"/>
          </p:nvPr>
        </p:nvSpPr>
        <p:spPr>
          <a:xfrm>
            <a:off x="703976" y="2351218"/>
            <a:ext cx="10515600" cy="733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1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703975" y="3085051"/>
            <a:ext cx="10515599" cy="34394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>
                <a:solidFill>
                  <a:srgbClr val="B5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5" name="圆角矩形 14"/>
          <p:cNvSpPr/>
          <p:nvPr userDrawn="1"/>
        </p:nvSpPr>
        <p:spPr>
          <a:xfrm>
            <a:off x="773387" y="3848709"/>
            <a:ext cx="2196661" cy="588579"/>
          </a:xfrm>
          <a:prstGeom prst="roundRect">
            <a:avLst>
              <a:gd name="adj" fmla="val 50000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773386" y="3920748"/>
            <a:ext cx="2196661" cy="444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800">
                <a:solidFill>
                  <a:srgbClr val="286A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部门</a:t>
            </a:r>
            <a:r>
              <a:rPr kumimoji="1" lang="en-US" altLang="zh-CN" dirty="0"/>
              <a:t>-</a:t>
            </a:r>
            <a:r>
              <a:rPr kumimoji="1" lang="zh-CN" altLang="en-US" dirty="0"/>
              <a:t>姓名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C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2012950" y="2944813"/>
            <a:ext cx="6912936" cy="101441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8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编辑结束语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318" y="630000"/>
            <a:ext cx="1041400" cy="330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样式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2个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2个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-2个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2233749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章节一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027443" y="2037087"/>
            <a:ext cx="5448046" cy="756147"/>
            <a:chOff x="4700458" y="1650375"/>
            <a:chExt cx="5448046" cy="756147"/>
          </a:xfrm>
        </p:grpSpPr>
        <p:grpSp>
          <p:nvGrpSpPr>
            <p:cNvPr id="9" name="组合 8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30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31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15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6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7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8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9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0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1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2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3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4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5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6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7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8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9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sp>
          <p:nvSpPr>
            <p:cNvPr id="11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Normal" panose="020B0500000000000000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13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" name="组合 56"/>
          <p:cNvGrpSpPr/>
          <p:nvPr userDrawn="1"/>
        </p:nvGrpSpPr>
        <p:grpSpPr>
          <a:xfrm>
            <a:off x="4993887" y="3534342"/>
            <a:ext cx="5448046" cy="756147"/>
            <a:chOff x="4700458" y="1650375"/>
            <a:chExt cx="5448046" cy="756147"/>
          </a:xfrm>
        </p:grpSpPr>
        <p:grpSp>
          <p:nvGrpSpPr>
            <p:cNvPr id="58" name="组合 57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79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80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64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65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66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67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68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69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0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1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2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3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4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5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6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7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8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sp>
          <p:nvSpPr>
            <p:cNvPr id="60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Normal" panose="020B0500000000000000" charset="-122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62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1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6062444" y="3731004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章节二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3个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 userDrawn="1"/>
        </p:nvGrpSpPr>
        <p:grpSpPr>
          <a:xfrm>
            <a:off x="4983981" y="3984215"/>
            <a:ext cx="5448046" cy="756147"/>
            <a:chOff x="4700458" y="1650375"/>
            <a:chExt cx="5448046" cy="756147"/>
          </a:xfrm>
        </p:grpSpPr>
        <p:grpSp>
          <p:nvGrpSpPr>
            <p:cNvPr id="59" name="组合 58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80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81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65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66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67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68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69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0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1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2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3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4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5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6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7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8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79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63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组合 32"/>
          <p:cNvGrpSpPr/>
          <p:nvPr userDrawn="1"/>
        </p:nvGrpSpPr>
        <p:grpSpPr>
          <a:xfrm>
            <a:off x="4993887" y="2838056"/>
            <a:ext cx="5448046" cy="756147"/>
            <a:chOff x="4700458" y="1650375"/>
            <a:chExt cx="5448046" cy="756147"/>
          </a:xfrm>
        </p:grpSpPr>
        <p:grpSp>
          <p:nvGrpSpPr>
            <p:cNvPr id="34" name="组合 33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55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56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40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41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42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43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44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45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46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47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48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49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50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51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52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53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54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38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062444" y="1860259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章节一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993887" y="1663597"/>
            <a:ext cx="5448046" cy="756147"/>
            <a:chOff x="4700458" y="1650375"/>
            <a:chExt cx="5448046" cy="756147"/>
          </a:xfrm>
        </p:grpSpPr>
        <p:grpSp>
          <p:nvGrpSpPr>
            <p:cNvPr id="9" name="组合 8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30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31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15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6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7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8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9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0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1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2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3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4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5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6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7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8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9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13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6062444" y="3023789"/>
            <a:ext cx="4019026" cy="48006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章节二</a:t>
            </a:r>
          </a:p>
        </p:txBody>
      </p:sp>
      <p:sp>
        <p:nvSpPr>
          <p:cNvPr id="57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6052538" y="4187109"/>
            <a:ext cx="4019026" cy="48006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章节三</a:t>
            </a:r>
          </a:p>
        </p:txBody>
      </p:sp>
      <p:grpSp>
        <p:nvGrpSpPr>
          <p:cNvPr id="101" name="组合 100"/>
          <p:cNvGrpSpPr/>
          <p:nvPr userDrawn="1"/>
        </p:nvGrpSpPr>
        <p:grpSpPr>
          <a:xfrm>
            <a:off x="5873115" y="4926330"/>
            <a:ext cx="4512310" cy="722630"/>
            <a:chOff x="9249" y="7758"/>
            <a:chExt cx="7106" cy="1138"/>
          </a:xfrm>
        </p:grpSpPr>
        <p:grpSp>
          <p:nvGrpSpPr>
            <p:cNvPr id="3" name="组合 2"/>
            <p:cNvGrpSpPr/>
            <p:nvPr userDrawn="1"/>
          </p:nvGrpSpPr>
          <p:grpSpPr>
            <a:xfrm>
              <a:off x="9249" y="7758"/>
              <a:ext cx="7106" cy="1139"/>
              <a:chOff x="3470772" y="195490"/>
              <a:chExt cx="5154203" cy="826861"/>
            </a:xfrm>
          </p:grpSpPr>
          <p:sp>
            <p:nvSpPr>
              <p:cNvPr id="4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5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grpSp>
          <p:nvGrpSpPr>
            <p:cNvPr id="6" name="组合 5"/>
            <p:cNvGrpSpPr/>
            <p:nvPr userDrawn="1"/>
          </p:nvGrpSpPr>
          <p:grpSpPr>
            <a:xfrm>
              <a:off x="10430" y="7807"/>
              <a:ext cx="2519" cy="97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82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83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84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85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86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87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88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89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90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91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92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93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94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95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96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</p:grpSp>
      <p:grpSp>
        <p:nvGrpSpPr>
          <p:cNvPr id="98" name="组合 97"/>
          <p:cNvGrpSpPr/>
          <p:nvPr userDrawn="1"/>
        </p:nvGrpSpPr>
        <p:grpSpPr>
          <a:xfrm>
            <a:off x="4937125" y="5569585"/>
            <a:ext cx="5438140" cy="81280"/>
            <a:chOff x="2413026" y="1100127"/>
            <a:chExt cx="6211949" cy="93177"/>
          </a:xfrm>
        </p:grpSpPr>
        <p:cxnSp>
          <p:nvCxnSpPr>
            <p:cNvPr id="99" name="图形"/>
            <p:cNvCxnSpPr/>
            <p:nvPr/>
          </p:nvCxnSpPr>
          <p:spPr>
            <a:xfrm>
              <a:off x="2413026" y="1193304"/>
              <a:ext cx="6211949" cy="0"/>
            </a:xfrm>
            <a:prstGeom prst="line">
              <a:avLst/>
            </a:prstGeom>
            <a:ln w="15875"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99000">
                    <a:schemeClr val="bg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图形"/>
            <p:cNvCxnSpPr/>
            <p:nvPr/>
          </p:nvCxnSpPr>
          <p:spPr>
            <a:xfrm>
              <a:off x="5594254" y="1100127"/>
              <a:ext cx="2934468" cy="0"/>
            </a:xfrm>
            <a:prstGeom prst="line">
              <a:avLst/>
            </a:prstGeom>
            <a:ln>
              <a:gradFill>
                <a:gsLst>
                  <a:gs pos="99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6077303" y="5089444"/>
            <a:ext cx="4019026" cy="48006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章节三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4个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组合 108"/>
          <p:cNvGrpSpPr/>
          <p:nvPr userDrawn="1"/>
        </p:nvGrpSpPr>
        <p:grpSpPr>
          <a:xfrm>
            <a:off x="5042704" y="3410470"/>
            <a:ext cx="5448046" cy="756147"/>
            <a:chOff x="4700458" y="1650375"/>
            <a:chExt cx="5448046" cy="756147"/>
          </a:xfrm>
        </p:grpSpPr>
        <p:grpSp>
          <p:nvGrpSpPr>
            <p:cNvPr id="110" name="组合 109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131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32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grpSp>
          <p:nvGrpSpPr>
            <p:cNvPr id="111" name="组合 110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116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17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18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19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20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21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22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23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24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25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26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27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28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29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30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sp>
          <p:nvSpPr>
            <p:cNvPr id="112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Normal" panose="020B0500000000000000" charset="-122"/>
              </a:endParaRPr>
            </a:p>
          </p:txBody>
        </p:sp>
        <p:grpSp>
          <p:nvGrpSpPr>
            <p:cNvPr id="113" name="组合 112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114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组合 132"/>
          <p:cNvGrpSpPr/>
          <p:nvPr userDrawn="1"/>
        </p:nvGrpSpPr>
        <p:grpSpPr>
          <a:xfrm>
            <a:off x="5052610" y="2259426"/>
            <a:ext cx="5448046" cy="756147"/>
            <a:chOff x="4700458" y="1650375"/>
            <a:chExt cx="5448046" cy="756147"/>
          </a:xfrm>
        </p:grpSpPr>
        <p:grpSp>
          <p:nvGrpSpPr>
            <p:cNvPr id="134" name="组合 133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155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56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140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41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42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43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44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45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46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47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48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49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50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51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52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53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54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sp>
          <p:nvSpPr>
            <p:cNvPr id="136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Normal" panose="020B0500000000000000" charset="-122"/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138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7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121167" y="1305044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章节一</a:t>
            </a:r>
          </a:p>
        </p:txBody>
      </p:sp>
      <p:grpSp>
        <p:nvGrpSpPr>
          <p:cNvPr id="158" name="组合 157"/>
          <p:cNvGrpSpPr/>
          <p:nvPr userDrawn="1"/>
        </p:nvGrpSpPr>
        <p:grpSpPr>
          <a:xfrm>
            <a:off x="5052610" y="1108382"/>
            <a:ext cx="5448046" cy="756147"/>
            <a:chOff x="4700458" y="1650375"/>
            <a:chExt cx="5448046" cy="756147"/>
          </a:xfrm>
        </p:grpSpPr>
        <p:grpSp>
          <p:nvGrpSpPr>
            <p:cNvPr id="159" name="组合 158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180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81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165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66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67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68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69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70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71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72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73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74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75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76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77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78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79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sp>
          <p:nvSpPr>
            <p:cNvPr id="161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Normal" panose="020B0500000000000000" charset="-122"/>
              </a:endParaRPr>
            </a:p>
          </p:txBody>
        </p:sp>
        <p:grpSp>
          <p:nvGrpSpPr>
            <p:cNvPr id="162" name="组合 161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163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6121167" y="2429169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章节二</a:t>
            </a:r>
          </a:p>
        </p:txBody>
      </p:sp>
      <p:sp>
        <p:nvSpPr>
          <p:cNvPr id="183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6111261" y="3592106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章节三</a:t>
            </a:r>
          </a:p>
        </p:txBody>
      </p:sp>
      <p:grpSp>
        <p:nvGrpSpPr>
          <p:cNvPr id="184" name="组合 183"/>
          <p:cNvGrpSpPr/>
          <p:nvPr userDrawn="1"/>
        </p:nvGrpSpPr>
        <p:grpSpPr>
          <a:xfrm>
            <a:off x="5042704" y="4561514"/>
            <a:ext cx="5448046" cy="756147"/>
            <a:chOff x="4700458" y="1650375"/>
            <a:chExt cx="5448046" cy="756147"/>
          </a:xfrm>
        </p:grpSpPr>
        <p:grpSp>
          <p:nvGrpSpPr>
            <p:cNvPr id="185" name="组合 184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206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07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grpSp>
          <p:nvGrpSpPr>
            <p:cNvPr id="186" name="组合 185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191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92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93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94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95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96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97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98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199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00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01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02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03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04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  <p:sp>
            <p:nvSpPr>
              <p:cNvPr id="205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500000000000000" charset="-122"/>
                </a:endParaRPr>
              </a:p>
            </p:txBody>
          </p:sp>
        </p:grpSp>
        <p:sp>
          <p:nvSpPr>
            <p:cNvPr id="187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Normal" panose="020B0500000000000000" charset="-122"/>
              </a:endParaRPr>
            </a:p>
          </p:txBody>
        </p:sp>
        <p:grpSp>
          <p:nvGrpSpPr>
            <p:cNvPr id="188" name="组合 187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189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8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6111261" y="4758176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章节四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3039" y="2573658"/>
            <a:ext cx="4004344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kumimoji="1" lang="zh-CN" altLang="en-US" sz="11500" b="1" spc="600" dirty="0">
                <a:gradFill>
                  <a:gsLst>
                    <a:gs pos="77000">
                      <a:srgbClr val="FDFDFD"/>
                    </a:gs>
                    <a:gs pos="0">
                      <a:srgbClr val="286AFF"/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</a:gsLst>
                  <a:lin ang="5400000" scaled="0"/>
                </a:gradFill>
                <a:latin typeface="Microsoft YaHei Semibold" panose="020B0402040204020203" pitchFamily="34" charset="-122"/>
                <a:ea typeface="Microsoft YaHei Semibold" panose="020B0402040204020203" pitchFamily="34" charset="-122"/>
                <a:cs typeface="+mn-cs"/>
              </a:defRPr>
            </a:lvl1pPr>
          </a:lstStyle>
          <a:p>
            <a:pPr marL="0" lvl="0" algn="ctr"/>
            <a:r>
              <a:rPr kumimoji="1" lang="en-US" altLang="zh-CN" dirty="0"/>
              <a:t>0?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829263" y="2900494"/>
            <a:ext cx="5782810" cy="80042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lang="zh-CN" altLang="en-US" sz="4400" b="1" kern="1200" smtClean="0">
                <a:solidFill>
                  <a:srgbClr val="297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章节标题</a:t>
            </a:r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276837" y="4102776"/>
            <a:ext cx="1748228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2750452" y="3931521"/>
            <a:ext cx="814869" cy="400110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2000" b="1" i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？？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971674" y="3935629"/>
            <a:ext cx="905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endParaRPr lang="zh-CN" altLang="en-US" sz="2000" b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2AB4-3B43-5442-91FE-BC43F41E7019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B1330-8E1D-5442-A046-1CB845D82D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2AB4-3B43-5442-91FE-BC43F41E7019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B1330-8E1D-5442-A046-1CB845D82D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黑色标题+logo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396756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chemeClr val="tx1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4830" y="1452563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5EF0FA-AD5B-0646-8B51-D5CB3B2C49DA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8F3D89-C831-1046-B796-4426500A69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5EF0FA-AD5B-0646-8B51-D5CB3B2C49DA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8F3D89-C831-1046-B796-4426500A69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5EF0FA-AD5B-0646-8B51-D5CB3B2C49DA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8F3D89-C831-1046-B796-4426500A69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5EF0FA-AD5B-0646-8B51-D5CB3B2C49DA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8F3D89-C831-1046-B796-4426500A69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5EF0FA-AD5B-0646-8B51-D5CB3B2C49DA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8F3D89-C831-1046-B796-4426500A69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5EF0FA-AD5B-0646-8B51-D5CB3B2C49DA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8F3D89-C831-1046-B796-4426500A69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5EF0FA-AD5B-0646-8B51-D5CB3B2C49DA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8F3D89-C831-1046-B796-4426500A69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5EF0FA-AD5B-0646-8B51-D5CB3B2C49DA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8F3D89-C831-1046-B796-4426500A69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5EF0FA-AD5B-0646-8B51-D5CB3B2C49DA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8F3D89-C831-1046-B796-4426500A69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5EF0FA-AD5B-0646-8B51-D5CB3B2C49DA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8F3D89-C831-1046-B796-4426500A69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65EF0FA-AD5B-0646-8B51-D5CB3B2C49DA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8F3D89-C831-1046-B796-4426500A69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蓝色标题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338034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rgbClr val="286AFF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  <p:sp>
        <p:nvSpPr>
          <p:cNvPr id="11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079500" y="1090613"/>
            <a:ext cx="9359900" cy="380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二级标题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079500" y="1748228"/>
            <a:ext cx="9359900" cy="308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dirty="0" smtClean="0"/>
            </a:lvl2pPr>
            <a:lvl3pPr>
              <a:defRPr kumimoji="1" lang="zh-CN" altLang="en-US" dirty="0" smtClean="0"/>
            </a:lvl3pPr>
            <a:lvl4pPr>
              <a:defRPr kumimoji="1" lang="zh-CN" altLang="en-US" dirty="0" smtClean="0"/>
            </a:lvl4pPr>
            <a:lvl5pPr>
              <a:defRPr kumimoji="1" lang="zh-CN" altLang="en-US" dirty="0"/>
            </a:lvl5pPr>
          </a:lstStyle>
          <a:p>
            <a:pPr marL="228600" lvl="0" indent="-228600"/>
            <a:r>
              <a:rPr kumimoji="1" lang="zh-CN" altLang="en-US" dirty="0"/>
              <a:t>三级标题</a:t>
            </a:r>
          </a:p>
        </p:txBody>
      </p:sp>
      <p:sp>
        <p:nvSpPr>
          <p:cNvPr id="13" name="内容占位符 13"/>
          <p:cNvSpPr>
            <a:spLocks noGrp="1"/>
          </p:cNvSpPr>
          <p:nvPr>
            <p:ph sz="quarter" idx="12" hasCustomPrompt="1"/>
          </p:nvPr>
        </p:nvSpPr>
        <p:spPr>
          <a:xfrm>
            <a:off x="1079500" y="2333611"/>
            <a:ext cx="9359900" cy="414846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kumimoji="1" lang="zh-CN" altLang="en-US" sz="14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smtClean="0"/>
            </a:lvl2pPr>
            <a:lvl3pPr>
              <a:defRPr kumimoji="1" lang="zh-CN" altLang="en-US" smtClean="0"/>
            </a:lvl3pPr>
            <a:lvl4pPr>
              <a:defRPr kumimoji="1" lang="zh-CN" altLang="en-US" smtClean="0"/>
            </a:lvl4pPr>
            <a:lvl5pPr>
              <a:defRPr kumimoji="1" lang="zh-CN" altLang="en-US"/>
            </a:lvl5pPr>
          </a:lstStyle>
          <a:p>
            <a:pPr marL="228600" lvl="0" indent="-228600"/>
            <a:r>
              <a:rPr kumimoji="1" lang="zh-CN" altLang="en-US" dirty="0"/>
              <a:t>正文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蓝色标题+logo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338034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rgbClr val="286AFF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蓝色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816206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rgbClr val="286AFF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sp>
        <p:nvSpPr>
          <p:cNvPr id="10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079500" y="1090613"/>
            <a:ext cx="9359900" cy="380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二级标题</a:t>
            </a:r>
          </a:p>
        </p:txBody>
      </p:sp>
      <p:sp>
        <p:nvSpPr>
          <p:cNvPr id="11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079500" y="1748228"/>
            <a:ext cx="9359900" cy="308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dirty="0" smtClean="0"/>
            </a:lvl2pPr>
            <a:lvl3pPr>
              <a:defRPr kumimoji="1" lang="zh-CN" altLang="en-US" dirty="0" smtClean="0"/>
            </a:lvl3pPr>
            <a:lvl4pPr>
              <a:defRPr kumimoji="1" lang="zh-CN" altLang="en-US" dirty="0" smtClean="0"/>
            </a:lvl4pPr>
            <a:lvl5pPr>
              <a:defRPr kumimoji="1" lang="zh-CN" altLang="en-US" dirty="0"/>
            </a:lvl5pPr>
          </a:lstStyle>
          <a:p>
            <a:pPr marL="228600" lvl="0" indent="-228600"/>
            <a:r>
              <a:rPr kumimoji="1" lang="zh-CN" altLang="en-US" dirty="0"/>
              <a:t>三级标题</a:t>
            </a:r>
          </a:p>
        </p:txBody>
      </p:sp>
      <p:sp>
        <p:nvSpPr>
          <p:cNvPr id="12" name="内容占位符 13"/>
          <p:cNvSpPr>
            <a:spLocks noGrp="1"/>
          </p:cNvSpPr>
          <p:nvPr>
            <p:ph sz="quarter" idx="12" hasCustomPrompt="1"/>
          </p:nvPr>
        </p:nvSpPr>
        <p:spPr>
          <a:xfrm>
            <a:off x="1079500" y="2333611"/>
            <a:ext cx="9359900" cy="414846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kumimoji="1" lang="zh-CN" altLang="en-US" sz="14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smtClean="0"/>
            </a:lvl2pPr>
            <a:lvl3pPr>
              <a:defRPr kumimoji="1" lang="zh-CN" altLang="en-US" smtClean="0"/>
            </a:lvl3pPr>
            <a:lvl4pPr>
              <a:defRPr kumimoji="1" lang="zh-CN" altLang="en-US" smtClean="0"/>
            </a:lvl4pPr>
            <a:lvl5pPr>
              <a:defRPr kumimoji="1" lang="zh-CN" altLang="en-US"/>
            </a:lvl5pPr>
          </a:lstStyle>
          <a:p>
            <a:pPr marL="228600" lvl="0" indent="-228600"/>
            <a:r>
              <a:rPr kumimoji="1" lang="zh-CN" altLang="en-US" dirty="0"/>
              <a:t>正文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蓝色标题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816206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rgbClr val="286AFF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黑色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832984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chemeClr val="tx1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sp>
        <p:nvSpPr>
          <p:cNvPr id="9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079500" y="1090613"/>
            <a:ext cx="9359900" cy="380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二级标题</a:t>
            </a:r>
          </a:p>
        </p:txBody>
      </p:sp>
      <p:sp>
        <p:nvSpPr>
          <p:cNvPr id="10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079500" y="1748228"/>
            <a:ext cx="9359900" cy="308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dirty="0" smtClean="0"/>
            </a:lvl2pPr>
            <a:lvl3pPr>
              <a:defRPr kumimoji="1" lang="zh-CN" altLang="en-US" dirty="0" smtClean="0"/>
            </a:lvl3pPr>
            <a:lvl4pPr>
              <a:defRPr kumimoji="1" lang="zh-CN" altLang="en-US" dirty="0" smtClean="0"/>
            </a:lvl4pPr>
            <a:lvl5pPr>
              <a:defRPr kumimoji="1" lang="zh-CN" altLang="en-US" dirty="0"/>
            </a:lvl5pPr>
          </a:lstStyle>
          <a:p>
            <a:pPr marL="228600" lvl="0" indent="-228600"/>
            <a:r>
              <a:rPr kumimoji="1" lang="zh-CN" altLang="en-US" dirty="0"/>
              <a:t>三级标题</a:t>
            </a:r>
          </a:p>
        </p:txBody>
      </p:sp>
      <p:sp>
        <p:nvSpPr>
          <p:cNvPr id="11" name="内容占位符 13"/>
          <p:cNvSpPr>
            <a:spLocks noGrp="1"/>
          </p:cNvSpPr>
          <p:nvPr>
            <p:ph sz="quarter" idx="12" hasCustomPrompt="1"/>
          </p:nvPr>
        </p:nvSpPr>
        <p:spPr>
          <a:xfrm>
            <a:off x="1079500" y="2333611"/>
            <a:ext cx="9359900" cy="414846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kumimoji="1" lang="zh-CN" altLang="en-US" sz="14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smtClean="0"/>
            </a:lvl2pPr>
            <a:lvl3pPr>
              <a:defRPr kumimoji="1" lang="zh-CN" altLang="en-US" smtClean="0"/>
            </a:lvl3pPr>
            <a:lvl4pPr>
              <a:defRPr kumimoji="1" lang="zh-CN" altLang="en-US" smtClean="0"/>
            </a:lvl4pPr>
            <a:lvl5pPr>
              <a:defRPr kumimoji="1" lang="zh-CN" altLang="en-US"/>
            </a:lvl5pPr>
          </a:lstStyle>
          <a:p>
            <a:pPr marL="228600" lvl="0" indent="-228600"/>
            <a:r>
              <a:rPr kumimoji="1" lang="zh-CN" altLang="en-US" dirty="0"/>
              <a:t>正文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黑色标题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832984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chemeClr val="tx1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黑色标题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396756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chemeClr val="tx1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  <p:sp>
        <p:nvSpPr>
          <p:cNvPr id="12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079500" y="1090613"/>
            <a:ext cx="9359900" cy="380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二级标题</a:t>
            </a:r>
          </a:p>
        </p:txBody>
      </p:sp>
      <p:sp>
        <p:nvSpPr>
          <p:cNvPr id="13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079500" y="1748228"/>
            <a:ext cx="9359900" cy="308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dirty="0" smtClean="0"/>
            </a:lvl2pPr>
            <a:lvl3pPr>
              <a:defRPr kumimoji="1" lang="zh-CN" altLang="en-US" dirty="0" smtClean="0"/>
            </a:lvl3pPr>
            <a:lvl4pPr>
              <a:defRPr kumimoji="1" lang="zh-CN" altLang="en-US" dirty="0" smtClean="0"/>
            </a:lvl4pPr>
            <a:lvl5pPr>
              <a:defRPr kumimoji="1" lang="zh-CN" altLang="en-US" dirty="0"/>
            </a:lvl5pPr>
          </a:lstStyle>
          <a:p>
            <a:pPr marL="228600" lvl="0" indent="-228600"/>
            <a:r>
              <a:rPr kumimoji="1" lang="zh-CN" altLang="en-US" dirty="0"/>
              <a:t>三级标题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quarter" idx="12" hasCustomPrompt="1"/>
          </p:nvPr>
        </p:nvSpPr>
        <p:spPr>
          <a:xfrm>
            <a:off x="1079500" y="2333611"/>
            <a:ext cx="9359900" cy="414846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kumimoji="1" lang="zh-CN" altLang="en-US" sz="14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smtClean="0"/>
            </a:lvl2pPr>
            <a:lvl3pPr>
              <a:defRPr kumimoji="1" lang="zh-CN" altLang="en-US" smtClean="0"/>
            </a:lvl3pPr>
            <a:lvl4pPr>
              <a:defRPr kumimoji="1" lang="zh-CN" altLang="en-US" smtClean="0"/>
            </a:lvl4pPr>
            <a:lvl5pPr>
              <a:defRPr kumimoji="1" lang="zh-CN" altLang="en-US"/>
            </a:lvl5pPr>
          </a:lstStyle>
          <a:p>
            <a:pPr marL="228600" lvl="0" indent="-228600"/>
            <a:r>
              <a:rPr kumimoji="1" lang="zh-CN" altLang="en-US" dirty="0"/>
              <a:t>正文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黑色标题+logo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396756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chemeClr val="tx1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4830" y="1452563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3039" y="2573658"/>
            <a:ext cx="4004344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kumimoji="1" lang="zh-CN" altLang="en-US" sz="11500" b="1" spc="600" dirty="0">
                <a:gradFill>
                  <a:gsLst>
                    <a:gs pos="77000">
                      <a:srgbClr val="FDFDFD"/>
                    </a:gs>
                    <a:gs pos="0">
                      <a:srgbClr val="286AFF"/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</a:gsLst>
                  <a:lin ang="5400000" scaled="0"/>
                </a:gradFill>
                <a:latin typeface="Microsoft YaHei Semibold" panose="020B0402040204020203" pitchFamily="34" charset="-122"/>
                <a:ea typeface="Microsoft YaHei Semibold" panose="020B0402040204020203" pitchFamily="34" charset="-122"/>
                <a:cs typeface="+mn-cs"/>
              </a:defRPr>
            </a:lvl1pPr>
          </a:lstStyle>
          <a:p>
            <a:pPr marL="0" lvl="0" algn="ctr"/>
            <a:r>
              <a:rPr kumimoji="1" lang="en-US" altLang="zh-CN" dirty="0"/>
              <a:t>0?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829263" y="2900494"/>
            <a:ext cx="5782810" cy="80042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lang="zh-CN" altLang="en-US" sz="4400" b="1" kern="1200" smtClean="0">
                <a:solidFill>
                  <a:srgbClr val="297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章节标题</a:t>
            </a:r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276837" y="4102776"/>
            <a:ext cx="1748228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2750452" y="3931521"/>
            <a:ext cx="814869" cy="400110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2000" b="1" i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？？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971674" y="3935629"/>
            <a:ext cx="905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endParaRPr lang="zh-CN" altLang="en-US" sz="2000" b="1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-424180" y="122767"/>
            <a:ext cx="916093" cy="806027"/>
            <a:chOff x="-1210206" y="1291456"/>
            <a:chExt cx="2590845" cy="2489299"/>
          </a:xfrm>
        </p:grpSpPr>
        <p:sp>
          <p:nvSpPr>
            <p:cNvPr id="4" name="任意多边形 3"/>
            <p:cNvSpPr/>
            <p:nvPr/>
          </p:nvSpPr>
          <p:spPr>
            <a:xfrm rot="17222525">
              <a:off x="-787423" y="1750258"/>
              <a:ext cx="2489299" cy="1571695"/>
            </a:xfrm>
            <a:custGeom>
              <a:avLst/>
              <a:gdLst>
                <a:gd name="connsiteX0" fmla="*/ 0 w 2550639"/>
                <a:gd name="connsiteY0" fmla="*/ 664829 h 1610425"/>
                <a:gd name="connsiteX1" fmla="*/ 2356714 w 2550639"/>
                <a:gd name="connsiteY1" fmla="*/ 0 h 1610425"/>
                <a:gd name="connsiteX2" fmla="*/ 2513421 w 2550639"/>
                <a:gd name="connsiteY2" fmla="*/ 271426 h 1610425"/>
                <a:gd name="connsiteX3" fmla="*/ 2549202 w 2550639"/>
                <a:gd name="connsiteY3" fmla="*/ 377831 h 1610425"/>
                <a:gd name="connsiteX4" fmla="*/ 2550094 w 2550639"/>
                <a:gd name="connsiteY4" fmla="*/ 411762 h 1610425"/>
                <a:gd name="connsiteX5" fmla="*/ 2550639 w 2550639"/>
                <a:gd name="connsiteY5" fmla="*/ 415008 h 1610425"/>
                <a:gd name="connsiteX6" fmla="*/ 2550410 w 2550639"/>
                <a:gd name="connsiteY6" fmla="*/ 423734 h 1610425"/>
                <a:gd name="connsiteX7" fmla="*/ 2550639 w 2550639"/>
                <a:gd name="connsiteY7" fmla="*/ 432450 h 1610425"/>
                <a:gd name="connsiteX8" fmla="*/ 2550095 w 2550639"/>
                <a:gd name="connsiteY8" fmla="*/ 435692 h 1610425"/>
                <a:gd name="connsiteX9" fmla="*/ 2549202 w 2550639"/>
                <a:gd name="connsiteY9" fmla="*/ 469627 h 1610425"/>
                <a:gd name="connsiteX10" fmla="*/ 2513423 w 2550639"/>
                <a:gd name="connsiteY10" fmla="*/ 576032 h 1610425"/>
                <a:gd name="connsiteX11" fmla="*/ 2004148 w 2550639"/>
                <a:gd name="connsiteY11" fmla="*/ 1458122 h 1610425"/>
                <a:gd name="connsiteX12" fmla="*/ 1929889 w 2550639"/>
                <a:gd name="connsiteY12" fmla="*/ 1542310 h 1610425"/>
                <a:gd name="connsiteX13" fmla="*/ 1900947 w 2550639"/>
                <a:gd name="connsiteY13" fmla="*/ 1560051 h 1610425"/>
                <a:gd name="connsiteX14" fmla="*/ 1898410 w 2550639"/>
                <a:gd name="connsiteY14" fmla="*/ 1562144 h 1610425"/>
                <a:gd name="connsiteX15" fmla="*/ 1890748 w 2550639"/>
                <a:gd name="connsiteY15" fmla="*/ 1566304 h 1610425"/>
                <a:gd name="connsiteX16" fmla="*/ 1883306 w 2550639"/>
                <a:gd name="connsiteY16" fmla="*/ 1570864 h 1610425"/>
                <a:gd name="connsiteX17" fmla="*/ 1880222 w 2550639"/>
                <a:gd name="connsiteY17" fmla="*/ 1572017 h 1610425"/>
                <a:gd name="connsiteX18" fmla="*/ 1850390 w 2550639"/>
                <a:gd name="connsiteY18" fmla="*/ 1588209 h 1610425"/>
                <a:gd name="connsiteX19" fmla="*/ 1740351 w 2550639"/>
                <a:gd name="connsiteY19" fmla="*/ 1610424 h 1610425"/>
                <a:gd name="connsiteX20" fmla="*/ 721802 w 2550639"/>
                <a:gd name="connsiteY20" fmla="*/ 1610425 h 1610425"/>
                <a:gd name="connsiteX21" fmla="*/ 563743 w 2550639"/>
                <a:gd name="connsiteY21" fmla="*/ 1562144 h 1610425"/>
                <a:gd name="connsiteX22" fmla="*/ 554475 w 2550639"/>
                <a:gd name="connsiteY22" fmla="*/ 1554498 h 1610425"/>
                <a:gd name="connsiteX23" fmla="*/ 532266 w 2550639"/>
                <a:gd name="connsiteY23" fmla="*/ 1542310 h 1610425"/>
                <a:gd name="connsiteX24" fmla="*/ 458007 w 2550639"/>
                <a:gd name="connsiteY24" fmla="*/ 1458122 h 161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50639" h="1610425">
                  <a:moveTo>
                    <a:pt x="0" y="664829"/>
                  </a:moveTo>
                  <a:lnTo>
                    <a:pt x="2356714" y="0"/>
                  </a:lnTo>
                  <a:lnTo>
                    <a:pt x="2513421" y="271426"/>
                  </a:lnTo>
                  <a:cubicBezTo>
                    <a:pt x="2532938" y="305230"/>
                    <a:pt x="2544680" y="341387"/>
                    <a:pt x="2549202" y="377831"/>
                  </a:cubicBezTo>
                  <a:lnTo>
                    <a:pt x="2550094" y="411762"/>
                  </a:lnTo>
                  <a:lnTo>
                    <a:pt x="2550639" y="415008"/>
                  </a:lnTo>
                  <a:lnTo>
                    <a:pt x="2550410" y="423734"/>
                  </a:lnTo>
                  <a:lnTo>
                    <a:pt x="2550639" y="432450"/>
                  </a:lnTo>
                  <a:lnTo>
                    <a:pt x="2550095" y="435692"/>
                  </a:lnTo>
                  <a:lnTo>
                    <a:pt x="2549202" y="469627"/>
                  </a:lnTo>
                  <a:cubicBezTo>
                    <a:pt x="2544680" y="506071"/>
                    <a:pt x="2532938" y="542228"/>
                    <a:pt x="2513423" y="576032"/>
                  </a:cubicBezTo>
                  <a:lnTo>
                    <a:pt x="2004148" y="1458122"/>
                  </a:lnTo>
                  <a:cubicBezTo>
                    <a:pt x="1984631" y="1491925"/>
                    <a:pt x="1959188" y="1520173"/>
                    <a:pt x="1929889" y="1542310"/>
                  </a:cubicBezTo>
                  <a:lnTo>
                    <a:pt x="1900947" y="1560051"/>
                  </a:lnTo>
                  <a:lnTo>
                    <a:pt x="1898410" y="1562144"/>
                  </a:lnTo>
                  <a:lnTo>
                    <a:pt x="1890748" y="1566304"/>
                  </a:lnTo>
                  <a:lnTo>
                    <a:pt x="1883306" y="1570864"/>
                  </a:lnTo>
                  <a:lnTo>
                    <a:pt x="1880222" y="1572017"/>
                  </a:lnTo>
                  <a:lnTo>
                    <a:pt x="1850390" y="1588209"/>
                  </a:lnTo>
                  <a:cubicBezTo>
                    <a:pt x="1816569" y="1602514"/>
                    <a:pt x="1779384" y="1610424"/>
                    <a:pt x="1740351" y="1610424"/>
                  </a:cubicBezTo>
                  <a:lnTo>
                    <a:pt x="721802" y="1610425"/>
                  </a:lnTo>
                  <a:cubicBezTo>
                    <a:pt x="663254" y="1610425"/>
                    <a:pt x="608862" y="1592626"/>
                    <a:pt x="563743" y="1562144"/>
                  </a:cubicBezTo>
                  <a:lnTo>
                    <a:pt x="554475" y="1554498"/>
                  </a:lnTo>
                  <a:lnTo>
                    <a:pt x="532266" y="1542310"/>
                  </a:lnTo>
                  <a:cubicBezTo>
                    <a:pt x="502966" y="1520173"/>
                    <a:pt x="477523" y="1491925"/>
                    <a:pt x="458007" y="1458122"/>
                  </a:cubicBezTo>
                  <a:close/>
                </a:path>
              </a:pathLst>
            </a:custGeom>
            <a:solidFill>
              <a:srgbClr val="D70C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400" dirty="0">
                <a:cs typeface="+mn-ea"/>
              </a:endParaRPr>
            </a:p>
          </p:txBody>
        </p:sp>
        <p:sp>
          <p:nvSpPr>
            <p:cNvPr id="5" name="任意多边形 4"/>
            <p:cNvSpPr/>
            <p:nvPr/>
          </p:nvSpPr>
          <p:spPr>
            <a:xfrm rot="20782534">
              <a:off x="-1210206" y="1316400"/>
              <a:ext cx="2590845" cy="2329974"/>
            </a:xfrm>
            <a:custGeom>
              <a:avLst/>
              <a:gdLst>
                <a:gd name="connsiteX0" fmla="*/ 531453 w 2150426"/>
                <a:gd name="connsiteY0" fmla="*/ 1894557 h 1933898"/>
                <a:gd name="connsiteX1" fmla="*/ 523901 w 2150426"/>
                <a:gd name="connsiteY1" fmla="*/ 1888327 h 1933898"/>
                <a:gd name="connsiteX2" fmla="*/ 505804 w 2150426"/>
                <a:gd name="connsiteY2" fmla="*/ 1878396 h 1933898"/>
                <a:gd name="connsiteX3" fmla="*/ 445296 w 2150426"/>
                <a:gd name="connsiteY3" fmla="*/ 1809798 h 1933898"/>
                <a:gd name="connsiteX4" fmla="*/ 30326 w 2150426"/>
                <a:gd name="connsiteY4" fmla="*/ 1091048 h 1933898"/>
                <a:gd name="connsiteX5" fmla="*/ 1172 w 2150426"/>
                <a:gd name="connsiteY5" fmla="*/ 1004348 h 1933898"/>
                <a:gd name="connsiteX6" fmla="*/ 444 w 2150426"/>
                <a:gd name="connsiteY6" fmla="*/ 976700 h 1933898"/>
                <a:gd name="connsiteX7" fmla="*/ 0 w 2150426"/>
                <a:gd name="connsiteY7" fmla="*/ 974054 h 1933898"/>
                <a:gd name="connsiteX8" fmla="*/ 187 w 2150426"/>
                <a:gd name="connsiteY8" fmla="*/ 966943 h 1933898"/>
                <a:gd name="connsiteX9" fmla="*/ 0 w 2150426"/>
                <a:gd name="connsiteY9" fmla="*/ 959843 h 1933898"/>
                <a:gd name="connsiteX10" fmla="*/ 444 w 2150426"/>
                <a:gd name="connsiteY10" fmla="*/ 957201 h 1933898"/>
                <a:gd name="connsiteX11" fmla="*/ 1172 w 2150426"/>
                <a:gd name="connsiteY11" fmla="*/ 929549 h 1933898"/>
                <a:gd name="connsiteX12" fmla="*/ 30326 w 2150426"/>
                <a:gd name="connsiteY12" fmla="*/ 842849 h 1933898"/>
                <a:gd name="connsiteX13" fmla="*/ 445296 w 2150426"/>
                <a:gd name="connsiteY13" fmla="*/ 124100 h 1933898"/>
                <a:gd name="connsiteX14" fmla="*/ 505804 w 2150426"/>
                <a:gd name="connsiteY14" fmla="*/ 55501 h 1933898"/>
                <a:gd name="connsiteX15" fmla="*/ 529387 w 2150426"/>
                <a:gd name="connsiteY15" fmla="*/ 41045 h 1933898"/>
                <a:gd name="connsiteX16" fmla="*/ 531453 w 2150426"/>
                <a:gd name="connsiteY16" fmla="*/ 39340 h 1933898"/>
                <a:gd name="connsiteX17" fmla="*/ 537695 w 2150426"/>
                <a:gd name="connsiteY17" fmla="*/ 35952 h 1933898"/>
                <a:gd name="connsiteX18" fmla="*/ 543760 w 2150426"/>
                <a:gd name="connsiteY18" fmla="*/ 32234 h 1933898"/>
                <a:gd name="connsiteX19" fmla="*/ 546274 w 2150426"/>
                <a:gd name="connsiteY19" fmla="*/ 31296 h 1933898"/>
                <a:gd name="connsiteX20" fmla="*/ 570581 w 2150426"/>
                <a:gd name="connsiteY20" fmla="*/ 18102 h 1933898"/>
                <a:gd name="connsiteX21" fmla="*/ 660243 w 2150426"/>
                <a:gd name="connsiteY21" fmla="*/ 0 h 1933898"/>
                <a:gd name="connsiteX22" fmla="*/ 1490183 w 2150426"/>
                <a:gd name="connsiteY22" fmla="*/ 0 h 1933898"/>
                <a:gd name="connsiteX23" fmla="*/ 1579845 w 2150426"/>
                <a:gd name="connsiteY23" fmla="*/ 18102 h 1933898"/>
                <a:gd name="connsiteX24" fmla="*/ 1604154 w 2150426"/>
                <a:gd name="connsiteY24" fmla="*/ 31297 h 1933898"/>
                <a:gd name="connsiteX25" fmla="*/ 1606666 w 2150426"/>
                <a:gd name="connsiteY25" fmla="*/ 32234 h 1933898"/>
                <a:gd name="connsiteX26" fmla="*/ 1612726 w 2150426"/>
                <a:gd name="connsiteY26" fmla="*/ 35949 h 1933898"/>
                <a:gd name="connsiteX27" fmla="*/ 1618973 w 2150426"/>
                <a:gd name="connsiteY27" fmla="*/ 39340 h 1933898"/>
                <a:gd name="connsiteX28" fmla="*/ 1621041 w 2150426"/>
                <a:gd name="connsiteY28" fmla="*/ 41046 h 1933898"/>
                <a:gd name="connsiteX29" fmla="*/ 1644623 w 2150426"/>
                <a:gd name="connsiteY29" fmla="*/ 55501 h 1933898"/>
                <a:gd name="connsiteX30" fmla="*/ 1705130 w 2150426"/>
                <a:gd name="connsiteY30" fmla="*/ 124100 h 1933898"/>
                <a:gd name="connsiteX31" fmla="*/ 2120100 w 2150426"/>
                <a:gd name="connsiteY31" fmla="*/ 842849 h 1933898"/>
                <a:gd name="connsiteX32" fmla="*/ 2149255 w 2150426"/>
                <a:gd name="connsiteY32" fmla="*/ 929550 h 1933898"/>
                <a:gd name="connsiteX33" fmla="*/ 2149982 w 2150426"/>
                <a:gd name="connsiteY33" fmla="*/ 957198 h 1933898"/>
                <a:gd name="connsiteX34" fmla="*/ 2150426 w 2150426"/>
                <a:gd name="connsiteY34" fmla="*/ 959843 h 1933898"/>
                <a:gd name="connsiteX35" fmla="*/ 2150239 w 2150426"/>
                <a:gd name="connsiteY35" fmla="*/ 966953 h 1933898"/>
                <a:gd name="connsiteX36" fmla="*/ 2150426 w 2150426"/>
                <a:gd name="connsiteY36" fmla="*/ 974055 h 1933898"/>
                <a:gd name="connsiteX37" fmla="*/ 2149983 w 2150426"/>
                <a:gd name="connsiteY37" fmla="*/ 976697 h 1933898"/>
                <a:gd name="connsiteX38" fmla="*/ 2149255 w 2150426"/>
                <a:gd name="connsiteY38" fmla="*/ 1004348 h 1933898"/>
                <a:gd name="connsiteX39" fmla="*/ 2120101 w 2150426"/>
                <a:gd name="connsiteY39" fmla="*/ 1091049 h 1933898"/>
                <a:gd name="connsiteX40" fmla="*/ 1705131 w 2150426"/>
                <a:gd name="connsiteY40" fmla="*/ 1809798 h 1933898"/>
                <a:gd name="connsiteX41" fmla="*/ 1644623 w 2150426"/>
                <a:gd name="connsiteY41" fmla="*/ 1878396 h 1933898"/>
                <a:gd name="connsiteX42" fmla="*/ 1621040 w 2150426"/>
                <a:gd name="connsiteY42" fmla="*/ 1892852 h 1933898"/>
                <a:gd name="connsiteX43" fmla="*/ 1618973 w 2150426"/>
                <a:gd name="connsiteY43" fmla="*/ 1894557 h 1933898"/>
                <a:gd name="connsiteX44" fmla="*/ 1612730 w 2150426"/>
                <a:gd name="connsiteY44" fmla="*/ 1897947 h 1933898"/>
                <a:gd name="connsiteX45" fmla="*/ 1606666 w 2150426"/>
                <a:gd name="connsiteY45" fmla="*/ 1901663 h 1933898"/>
                <a:gd name="connsiteX46" fmla="*/ 1604153 w 2150426"/>
                <a:gd name="connsiteY46" fmla="*/ 1902602 h 1933898"/>
                <a:gd name="connsiteX47" fmla="*/ 1579845 w 2150426"/>
                <a:gd name="connsiteY47" fmla="*/ 1915796 h 1933898"/>
                <a:gd name="connsiteX48" fmla="*/ 1490183 w 2150426"/>
                <a:gd name="connsiteY48" fmla="*/ 1933897 h 1933898"/>
                <a:gd name="connsiteX49" fmla="*/ 660243 w 2150426"/>
                <a:gd name="connsiteY49" fmla="*/ 1933898 h 1933898"/>
                <a:gd name="connsiteX50" fmla="*/ 531453 w 2150426"/>
                <a:gd name="connsiteY50" fmla="*/ 1894557 h 193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150426" h="1933898">
                  <a:moveTo>
                    <a:pt x="531453" y="1894557"/>
                  </a:moveTo>
                  <a:lnTo>
                    <a:pt x="523901" y="1888327"/>
                  </a:lnTo>
                  <a:lnTo>
                    <a:pt x="505804" y="1878396"/>
                  </a:lnTo>
                  <a:cubicBezTo>
                    <a:pt x="481930" y="1860358"/>
                    <a:pt x="461198" y="1837341"/>
                    <a:pt x="445296" y="1809798"/>
                  </a:cubicBezTo>
                  <a:lnTo>
                    <a:pt x="30326" y="1091048"/>
                  </a:lnTo>
                  <a:cubicBezTo>
                    <a:pt x="14424" y="1063505"/>
                    <a:pt x="4856" y="1034042"/>
                    <a:pt x="1172" y="1004348"/>
                  </a:cubicBezTo>
                  <a:lnTo>
                    <a:pt x="444" y="976700"/>
                  </a:lnTo>
                  <a:lnTo>
                    <a:pt x="0" y="974054"/>
                  </a:lnTo>
                  <a:lnTo>
                    <a:pt x="187" y="966943"/>
                  </a:lnTo>
                  <a:lnTo>
                    <a:pt x="0" y="959843"/>
                  </a:lnTo>
                  <a:lnTo>
                    <a:pt x="444" y="957201"/>
                  </a:lnTo>
                  <a:lnTo>
                    <a:pt x="1172" y="929549"/>
                  </a:lnTo>
                  <a:cubicBezTo>
                    <a:pt x="4856" y="899855"/>
                    <a:pt x="14423" y="870392"/>
                    <a:pt x="30326" y="842849"/>
                  </a:cubicBezTo>
                  <a:lnTo>
                    <a:pt x="445296" y="124100"/>
                  </a:lnTo>
                  <a:cubicBezTo>
                    <a:pt x="461198" y="96556"/>
                    <a:pt x="481929" y="73539"/>
                    <a:pt x="505804" y="55501"/>
                  </a:cubicBezTo>
                  <a:lnTo>
                    <a:pt x="529387" y="41045"/>
                  </a:lnTo>
                  <a:lnTo>
                    <a:pt x="531453" y="39340"/>
                  </a:lnTo>
                  <a:lnTo>
                    <a:pt x="537695" y="35952"/>
                  </a:lnTo>
                  <a:lnTo>
                    <a:pt x="543760" y="32234"/>
                  </a:lnTo>
                  <a:lnTo>
                    <a:pt x="546274" y="31296"/>
                  </a:lnTo>
                  <a:lnTo>
                    <a:pt x="570581" y="18102"/>
                  </a:lnTo>
                  <a:cubicBezTo>
                    <a:pt x="598139" y="6446"/>
                    <a:pt x="628439" y="0"/>
                    <a:pt x="660243" y="0"/>
                  </a:cubicBezTo>
                  <a:lnTo>
                    <a:pt x="1490183" y="0"/>
                  </a:lnTo>
                  <a:cubicBezTo>
                    <a:pt x="1521987" y="0"/>
                    <a:pt x="1552286" y="6446"/>
                    <a:pt x="1579845" y="18102"/>
                  </a:cubicBezTo>
                  <a:lnTo>
                    <a:pt x="1604154" y="31297"/>
                  </a:lnTo>
                  <a:lnTo>
                    <a:pt x="1606666" y="32234"/>
                  </a:lnTo>
                  <a:lnTo>
                    <a:pt x="1612726" y="35949"/>
                  </a:lnTo>
                  <a:lnTo>
                    <a:pt x="1618973" y="39340"/>
                  </a:lnTo>
                  <a:lnTo>
                    <a:pt x="1621041" y="41046"/>
                  </a:lnTo>
                  <a:lnTo>
                    <a:pt x="1644623" y="55501"/>
                  </a:lnTo>
                  <a:cubicBezTo>
                    <a:pt x="1668496" y="73539"/>
                    <a:pt x="1689228" y="96557"/>
                    <a:pt x="1705130" y="124100"/>
                  </a:cubicBezTo>
                  <a:lnTo>
                    <a:pt x="2120100" y="842849"/>
                  </a:lnTo>
                  <a:cubicBezTo>
                    <a:pt x="2136003" y="870393"/>
                    <a:pt x="2145570" y="899855"/>
                    <a:pt x="2149255" y="929550"/>
                  </a:cubicBezTo>
                  <a:lnTo>
                    <a:pt x="2149982" y="957198"/>
                  </a:lnTo>
                  <a:lnTo>
                    <a:pt x="2150426" y="959843"/>
                  </a:lnTo>
                  <a:lnTo>
                    <a:pt x="2150239" y="966953"/>
                  </a:lnTo>
                  <a:lnTo>
                    <a:pt x="2150426" y="974055"/>
                  </a:lnTo>
                  <a:lnTo>
                    <a:pt x="2149983" y="976697"/>
                  </a:lnTo>
                  <a:lnTo>
                    <a:pt x="2149255" y="1004348"/>
                  </a:lnTo>
                  <a:cubicBezTo>
                    <a:pt x="2145570" y="1034043"/>
                    <a:pt x="2136003" y="1063505"/>
                    <a:pt x="2120101" y="1091049"/>
                  </a:cubicBezTo>
                  <a:lnTo>
                    <a:pt x="1705131" y="1809798"/>
                  </a:lnTo>
                  <a:cubicBezTo>
                    <a:pt x="1689228" y="1837341"/>
                    <a:pt x="1668497" y="1860358"/>
                    <a:pt x="1644623" y="1878396"/>
                  </a:cubicBezTo>
                  <a:lnTo>
                    <a:pt x="1621040" y="1892852"/>
                  </a:lnTo>
                  <a:lnTo>
                    <a:pt x="1618973" y="1894557"/>
                  </a:lnTo>
                  <a:lnTo>
                    <a:pt x="1612730" y="1897947"/>
                  </a:lnTo>
                  <a:lnTo>
                    <a:pt x="1606666" y="1901663"/>
                  </a:lnTo>
                  <a:lnTo>
                    <a:pt x="1604153" y="1902602"/>
                  </a:lnTo>
                  <a:lnTo>
                    <a:pt x="1579845" y="1915796"/>
                  </a:lnTo>
                  <a:cubicBezTo>
                    <a:pt x="1552287" y="1927452"/>
                    <a:pt x="1521988" y="1933897"/>
                    <a:pt x="1490183" y="1933897"/>
                  </a:cubicBezTo>
                  <a:lnTo>
                    <a:pt x="660243" y="1933898"/>
                  </a:lnTo>
                  <a:cubicBezTo>
                    <a:pt x="612537" y="1933898"/>
                    <a:pt x="568217" y="1919395"/>
                    <a:pt x="531453" y="1894557"/>
                  </a:cubicBezTo>
                  <a:close/>
                </a:path>
              </a:pathLst>
            </a:custGeom>
            <a:noFill/>
            <a:ln w="25400">
              <a:solidFill>
                <a:schemeClr val="bg1">
                  <a:lumMod val="65000"/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样式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318" y="630000"/>
            <a:ext cx="1041400" cy="330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蓝色标题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338034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rgbClr val="286AFF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  <p:sp>
        <p:nvSpPr>
          <p:cNvPr id="11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079500" y="1090613"/>
            <a:ext cx="9359900" cy="380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二级标题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079500" y="1748228"/>
            <a:ext cx="9359900" cy="308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dirty="0" smtClean="0"/>
            </a:lvl2pPr>
            <a:lvl3pPr>
              <a:defRPr kumimoji="1" lang="zh-CN" altLang="en-US" dirty="0" smtClean="0"/>
            </a:lvl3pPr>
            <a:lvl4pPr>
              <a:defRPr kumimoji="1" lang="zh-CN" altLang="en-US" dirty="0" smtClean="0"/>
            </a:lvl4pPr>
            <a:lvl5pPr>
              <a:defRPr kumimoji="1" lang="zh-CN" altLang="en-US" dirty="0"/>
            </a:lvl5pPr>
          </a:lstStyle>
          <a:p>
            <a:pPr marL="228600" lvl="0" indent="-228600"/>
            <a:r>
              <a:rPr kumimoji="1" lang="zh-CN" altLang="en-US" dirty="0"/>
              <a:t>三级标题</a:t>
            </a:r>
          </a:p>
        </p:txBody>
      </p:sp>
      <p:sp>
        <p:nvSpPr>
          <p:cNvPr id="13" name="内容占位符 13"/>
          <p:cNvSpPr>
            <a:spLocks noGrp="1"/>
          </p:cNvSpPr>
          <p:nvPr>
            <p:ph sz="quarter" idx="12" hasCustomPrompt="1"/>
          </p:nvPr>
        </p:nvSpPr>
        <p:spPr>
          <a:xfrm>
            <a:off x="1079500" y="2333611"/>
            <a:ext cx="9359900" cy="414846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kumimoji="1" lang="zh-CN" altLang="en-US" sz="14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smtClean="0"/>
            </a:lvl2pPr>
            <a:lvl3pPr>
              <a:defRPr kumimoji="1" lang="zh-CN" altLang="en-US" smtClean="0"/>
            </a:lvl3pPr>
            <a:lvl4pPr>
              <a:defRPr kumimoji="1" lang="zh-CN" altLang="en-US" smtClean="0"/>
            </a:lvl4pPr>
            <a:lvl5pPr>
              <a:defRPr kumimoji="1" lang="zh-CN" altLang="en-US"/>
            </a:lvl5pPr>
          </a:lstStyle>
          <a:p>
            <a:pPr marL="228600" lvl="0" indent="-228600"/>
            <a:r>
              <a:rPr kumimoji="1" lang="zh-CN" altLang="en-US" dirty="0"/>
              <a:t>正文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蓝色标题+logo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338034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rgbClr val="286AFF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蓝色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816206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rgbClr val="286AFF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sp>
        <p:nvSpPr>
          <p:cNvPr id="10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079500" y="1090613"/>
            <a:ext cx="9359900" cy="380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二级标题</a:t>
            </a:r>
          </a:p>
        </p:txBody>
      </p:sp>
      <p:sp>
        <p:nvSpPr>
          <p:cNvPr id="11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079500" y="1748228"/>
            <a:ext cx="9359900" cy="308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dirty="0" smtClean="0"/>
            </a:lvl2pPr>
            <a:lvl3pPr>
              <a:defRPr kumimoji="1" lang="zh-CN" altLang="en-US" dirty="0" smtClean="0"/>
            </a:lvl3pPr>
            <a:lvl4pPr>
              <a:defRPr kumimoji="1" lang="zh-CN" altLang="en-US" dirty="0" smtClean="0"/>
            </a:lvl4pPr>
            <a:lvl5pPr>
              <a:defRPr kumimoji="1" lang="zh-CN" altLang="en-US" dirty="0"/>
            </a:lvl5pPr>
          </a:lstStyle>
          <a:p>
            <a:pPr marL="228600" lvl="0" indent="-228600"/>
            <a:r>
              <a:rPr kumimoji="1" lang="zh-CN" altLang="en-US" dirty="0"/>
              <a:t>三级标题</a:t>
            </a:r>
          </a:p>
        </p:txBody>
      </p:sp>
      <p:sp>
        <p:nvSpPr>
          <p:cNvPr id="12" name="内容占位符 13"/>
          <p:cNvSpPr>
            <a:spLocks noGrp="1"/>
          </p:cNvSpPr>
          <p:nvPr>
            <p:ph sz="quarter" idx="12" hasCustomPrompt="1"/>
          </p:nvPr>
        </p:nvSpPr>
        <p:spPr>
          <a:xfrm>
            <a:off x="1079500" y="2333611"/>
            <a:ext cx="9359900" cy="414846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kumimoji="1" lang="zh-CN" altLang="en-US" sz="14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smtClean="0"/>
            </a:lvl2pPr>
            <a:lvl3pPr>
              <a:defRPr kumimoji="1" lang="zh-CN" altLang="en-US" smtClean="0"/>
            </a:lvl3pPr>
            <a:lvl4pPr>
              <a:defRPr kumimoji="1" lang="zh-CN" altLang="en-US" smtClean="0"/>
            </a:lvl4pPr>
            <a:lvl5pPr>
              <a:defRPr kumimoji="1" lang="zh-CN" altLang="en-US"/>
            </a:lvl5pPr>
          </a:lstStyle>
          <a:p>
            <a:pPr marL="228600" lvl="0" indent="-228600"/>
            <a:r>
              <a:rPr kumimoji="1" lang="zh-CN" altLang="en-US" dirty="0"/>
              <a:t>正文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蓝色标题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816206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rgbClr val="286AFF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黑色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832984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chemeClr val="tx1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sp>
        <p:nvSpPr>
          <p:cNvPr id="9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079500" y="1090613"/>
            <a:ext cx="9359900" cy="380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二级标题</a:t>
            </a:r>
          </a:p>
        </p:txBody>
      </p:sp>
      <p:sp>
        <p:nvSpPr>
          <p:cNvPr id="10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079500" y="1748228"/>
            <a:ext cx="9359900" cy="308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dirty="0" smtClean="0"/>
            </a:lvl2pPr>
            <a:lvl3pPr>
              <a:defRPr kumimoji="1" lang="zh-CN" altLang="en-US" dirty="0" smtClean="0"/>
            </a:lvl3pPr>
            <a:lvl4pPr>
              <a:defRPr kumimoji="1" lang="zh-CN" altLang="en-US" dirty="0" smtClean="0"/>
            </a:lvl4pPr>
            <a:lvl5pPr>
              <a:defRPr kumimoji="1" lang="zh-CN" altLang="en-US" dirty="0"/>
            </a:lvl5pPr>
          </a:lstStyle>
          <a:p>
            <a:pPr marL="228600" lvl="0" indent="-228600"/>
            <a:r>
              <a:rPr kumimoji="1" lang="zh-CN" altLang="en-US" dirty="0"/>
              <a:t>三级标题</a:t>
            </a:r>
          </a:p>
        </p:txBody>
      </p:sp>
      <p:sp>
        <p:nvSpPr>
          <p:cNvPr id="11" name="内容占位符 13"/>
          <p:cNvSpPr>
            <a:spLocks noGrp="1"/>
          </p:cNvSpPr>
          <p:nvPr>
            <p:ph sz="quarter" idx="12" hasCustomPrompt="1"/>
          </p:nvPr>
        </p:nvSpPr>
        <p:spPr>
          <a:xfrm>
            <a:off x="1079500" y="2333611"/>
            <a:ext cx="9359900" cy="414846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kumimoji="1" lang="zh-CN" altLang="en-US" sz="14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smtClean="0"/>
            </a:lvl2pPr>
            <a:lvl3pPr>
              <a:defRPr kumimoji="1" lang="zh-CN" altLang="en-US" smtClean="0"/>
            </a:lvl3pPr>
            <a:lvl4pPr>
              <a:defRPr kumimoji="1" lang="zh-CN" altLang="en-US" smtClean="0"/>
            </a:lvl4pPr>
            <a:lvl5pPr>
              <a:defRPr kumimoji="1" lang="zh-CN" altLang="en-US"/>
            </a:lvl5pPr>
          </a:lstStyle>
          <a:p>
            <a:pPr marL="228600" lvl="0" indent="-228600"/>
            <a:r>
              <a:rPr kumimoji="1" lang="zh-CN" altLang="en-US" dirty="0"/>
              <a:t>正文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黑色标题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832984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chemeClr val="tx1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黑色标题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396756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chemeClr val="tx1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  <p:sp>
        <p:nvSpPr>
          <p:cNvPr id="12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079500" y="1090613"/>
            <a:ext cx="9359900" cy="380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二级标题</a:t>
            </a:r>
          </a:p>
        </p:txBody>
      </p:sp>
      <p:sp>
        <p:nvSpPr>
          <p:cNvPr id="13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079500" y="1748228"/>
            <a:ext cx="9359900" cy="308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dirty="0" smtClean="0"/>
            </a:lvl2pPr>
            <a:lvl3pPr>
              <a:defRPr kumimoji="1" lang="zh-CN" altLang="en-US" dirty="0" smtClean="0"/>
            </a:lvl3pPr>
            <a:lvl4pPr>
              <a:defRPr kumimoji="1" lang="zh-CN" altLang="en-US" dirty="0" smtClean="0"/>
            </a:lvl4pPr>
            <a:lvl5pPr>
              <a:defRPr kumimoji="1" lang="zh-CN" altLang="en-US" dirty="0"/>
            </a:lvl5pPr>
          </a:lstStyle>
          <a:p>
            <a:pPr marL="228600" lvl="0" indent="-228600"/>
            <a:r>
              <a:rPr kumimoji="1" lang="zh-CN" altLang="en-US" dirty="0"/>
              <a:t>三级标题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quarter" idx="12" hasCustomPrompt="1"/>
          </p:nvPr>
        </p:nvSpPr>
        <p:spPr>
          <a:xfrm>
            <a:off x="1079500" y="2333611"/>
            <a:ext cx="9359900" cy="414846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kumimoji="1" lang="zh-CN" altLang="en-US" sz="14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smtClean="0"/>
            </a:lvl2pPr>
            <a:lvl3pPr>
              <a:defRPr kumimoji="1" lang="zh-CN" altLang="en-US" smtClean="0"/>
            </a:lvl3pPr>
            <a:lvl4pPr>
              <a:defRPr kumimoji="1" lang="zh-CN" altLang="en-US" smtClean="0"/>
            </a:lvl4pPr>
            <a:lvl5pPr>
              <a:defRPr kumimoji="1" lang="zh-CN" altLang="en-US"/>
            </a:lvl5pPr>
          </a:lstStyle>
          <a:p>
            <a:pPr marL="228600" lvl="0" indent="-228600"/>
            <a:r>
              <a:rPr kumimoji="1" lang="zh-CN" altLang="en-US" dirty="0"/>
              <a:t>正文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黑色标题+logo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396756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chemeClr val="tx1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蓝色标题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338034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rgbClr val="286AFF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  <p:sp>
        <p:nvSpPr>
          <p:cNvPr id="11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079500" y="1090613"/>
            <a:ext cx="9359900" cy="380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二级标题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079500" y="1748228"/>
            <a:ext cx="9359900" cy="308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dirty="0" smtClean="0"/>
            </a:lvl2pPr>
            <a:lvl3pPr>
              <a:defRPr kumimoji="1" lang="zh-CN" altLang="en-US" dirty="0" smtClean="0"/>
            </a:lvl3pPr>
            <a:lvl4pPr>
              <a:defRPr kumimoji="1" lang="zh-CN" altLang="en-US" dirty="0" smtClean="0"/>
            </a:lvl4pPr>
            <a:lvl5pPr>
              <a:defRPr kumimoji="1" lang="zh-CN" altLang="en-US" dirty="0"/>
            </a:lvl5pPr>
          </a:lstStyle>
          <a:p>
            <a:pPr marL="228600" lvl="0" indent="-228600"/>
            <a:r>
              <a:rPr kumimoji="1" lang="zh-CN" altLang="en-US" dirty="0"/>
              <a:t>三级标题</a:t>
            </a:r>
          </a:p>
        </p:txBody>
      </p:sp>
      <p:sp>
        <p:nvSpPr>
          <p:cNvPr id="13" name="内容占位符 13"/>
          <p:cNvSpPr>
            <a:spLocks noGrp="1"/>
          </p:cNvSpPr>
          <p:nvPr>
            <p:ph sz="quarter" idx="12" hasCustomPrompt="1"/>
          </p:nvPr>
        </p:nvSpPr>
        <p:spPr>
          <a:xfrm>
            <a:off x="1079500" y="2333611"/>
            <a:ext cx="9359900" cy="414846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kumimoji="1" lang="zh-CN" altLang="en-US" sz="14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smtClean="0"/>
            </a:lvl2pPr>
            <a:lvl3pPr>
              <a:defRPr kumimoji="1" lang="zh-CN" altLang="en-US" smtClean="0"/>
            </a:lvl3pPr>
            <a:lvl4pPr>
              <a:defRPr kumimoji="1" lang="zh-CN" altLang="en-US" smtClean="0"/>
            </a:lvl4pPr>
            <a:lvl5pPr>
              <a:defRPr kumimoji="1" lang="zh-CN" altLang="en-US"/>
            </a:lvl5pPr>
          </a:lstStyle>
          <a:p>
            <a:pPr marL="228600" lvl="0" indent="-228600"/>
            <a:r>
              <a:rPr kumimoji="1" lang="zh-CN" altLang="en-US" dirty="0"/>
              <a:t>正文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蓝色标题+logo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338034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rgbClr val="286AFF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 r="-418"/>
          <a:stretch>
            <a:fillRect/>
          </a:stretch>
        </p:blipFill>
        <p:spPr>
          <a:xfrm flipV="1">
            <a:off x="-45085" y="0"/>
            <a:ext cx="12308840" cy="10922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3200" y="96838"/>
            <a:ext cx="10972800" cy="842963"/>
          </a:xfrm>
        </p:spPr>
        <p:txBody>
          <a:bodyPr>
            <a:noAutofit/>
          </a:bodyPr>
          <a:lstStyle>
            <a:lvl1pPr algn="l">
              <a:defRPr sz="4265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14:switch dir="r"/>
      </p:transition>
    </mc:Choice>
    <mc:Fallback xmlns="">
      <p:transition spd="slow" advClick="0" advTm="0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-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079500" y="1090613"/>
            <a:ext cx="9359900" cy="380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二级标题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sz="quarter" idx="13" hasCustomPrompt="1"/>
          </p:nvPr>
        </p:nvSpPr>
        <p:spPr>
          <a:xfrm>
            <a:off x="1079499" y="36000"/>
            <a:ext cx="9360000" cy="720000"/>
          </a:xfrm>
          <a:prstGeom prst="rect">
            <a:avLst/>
          </a:prstGeom>
        </p:spPr>
        <p:txBody>
          <a:bodyPr lIns="108000" tIns="251999" rIns="108000" bIns="108000" anchor="ctr" anchorCtr="0"/>
          <a:lstStyle>
            <a:lvl1pPr marL="0" indent="0"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一级标题</a:t>
            </a:r>
          </a:p>
        </p:txBody>
      </p:sp>
      <p:sp>
        <p:nvSpPr>
          <p:cNvPr id="17" name="内容占位符 13"/>
          <p:cNvSpPr>
            <a:spLocks noGrp="1"/>
          </p:cNvSpPr>
          <p:nvPr>
            <p:ph sz="quarter" idx="12" hasCustomPrompt="1"/>
          </p:nvPr>
        </p:nvSpPr>
        <p:spPr>
          <a:xfrm>
            <a:off x="1079500" y="1748228"/>
            <a:ext cx="9359900" cy="47541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kumimoji="1" lang="zh-CN" altLang="en-US" sz="14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smtClean="0"/>
            </a:lvl2pPr>
            <a:lvl3pPr>
              <a:defRPr kumimoji="1" lang="zh-CN" altLang="en-US" smtClean="0"/>
            </a:lvl3pPr>
            <a:lvl4pPr>
              <a:defRPr kumimoji="1" lang="zh-CN" altLang="en-US" smtClean="0"/>
            </a:lvl4pPr>
            <a:lvl5pPr>
              <a:defRPr kumimoji="1" lang="zh-CN" altLang="en-US"/>
            </a:lvl5pPr>
          </a:lstStyle>
          <a:p>
            <a:pPr marL="228600" lvl="0" indent="-228600"/>
            <a:r>
              <a:rPr kumimoji="1" lang="zh-CN" altLang="en-US" dirty="0"/>
              <a:t>正文</a:t>
            </a:r>
          </a:p>
        </p:txBody>
      </p:sp>
      <p:cxnSp>
        <p:nvCxnSpPr>
          <p:cNvPr id="11" name="直接连接符 9"/>
          <p:cNvCxnSpPr/>
          <p:nvPr userDrawn="1"/>
        </p:nvCxnSpPr>
        <p:spPr>
          <a:xfrm>
            <a:off x="337820" y="813435"/>
            <a:ext cx="114896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337820" y="227284"/>
            <a:ext cx="494504" cy="447717"/>
            <a:chOff x="189433" y="156933"/>
            <a:chExt cx="282032" cy="255348"/>
          </a:xfrm>
        </p:grpSpPr>
        <p:sp>
          <p:nvSpPr>
            <p:cNvPr id="13" name="任意多边形: 形状 14"/>
            <p:cNvSpPr/>
            <p:nvPr/>
          </p:nvSpPr>
          <p:spPr>
            <a:xfrm>
              <a:off x="350436" y="156933"/>
              <a:ext cx="121029" cy="255348"/>
            </a:xfrm>
            <a:custGeom>
              <a:avLst/>
              <a:gdLst>
                <a:gd name="connsiteX0" fmla="*/ 1207770 w 2289811"/>
                <a:gd name="connsiteY0" fmla="*/ 0 h 4831080"/>
                <a:gd name="connsiteX1" fmla="*/ 2289811 w 2289811"/>
                <a:gd name="connsiteY1" fmla="*/ 0 h 4831080"/>
                <a:gd name="connsiteX2" fmla="*/ 1082041 w 2289811"/>
                <a:gd name="connsiteY2" fmla="*/ 4831080 h 4831080"/>
                <a:gd name="connsiteX3" fmla="*/ 0 w 2289811"/>
                <a:gd name="connsiteY3" fmla="*/ 4831080 h 483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811" h="4831080">
                  <a:moveTo>
                    <a:pt x="1207770" y="0"/>
                  </a:moveTo>
                  <a:lnTo>
                    <a:pt x="2289811" y="0"/>
                  </a:lnTo>
                  <a:lnTo>
                    <a:pt x="1082041" y="4831080"/>
                  </a:lnTo>
                  <a:lnTo>
                    <a:pt x="0" y="483108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5"/>
            <p:cNvSpPr/>
            <p:nvPr/>
          </p:nvSpPr>
          <p:spPr>
            <a:xfrm>
              <a:off x="270487" y="156933"/>
              <a:ext cx="121029" cy="255348"/>
            </a:xfrm>
            <a:custGeom>
              <a:avLst/>
              <a:gdLst>
                <a:gd name="connsiteX0" fmla="*/ 1207770 w 2289811"/>
                <a:gd name="connsiteY0" fmla="*/ 0 h 4831080"/>
                <a:gd name="connsiteX1" fmla="*/ 2289811 w 2289811"/>
                <a:gd name="connsiteY1" fmla="*/ 0 h 4831080"/>
                <a:gd name="connsiteX2" fmla="*/ 1082041 w 2289811"/>
                <a:gd name="connsiteY2" fmla="*/ 4831080 h 4831080"/>
                <a:gd name="connsiteX3" fmla="*/ 0 w 2289811"/>
                <a:gd name="connsiteY3" fmla="*/ 4831080 h 483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811" h="4831080">
                  <a:moveTo>
                    <a:pt x="1207770" y="0"/>
                  </a:moveTo>
                  <a:lnTo>
                    <a:pt x="2289811" y="0"/>
                  </a:lnTo>
                  <a:lnTo>
                    <a:pt x="1082041" y="4831080"/>
                  </a:lnTo>
                  <a:lnTo>
                    <a:pt x="0" y="483108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6"/>
            <p:cNvSpPr/>
            <p:nvPr/>
          </p:nvSpPr>
          <p:spPr>
            <a:xfrm>
              <a:off x="189433" y="156933"/>
              <a:ext cx="121029" cy="255348"/>
            </a:xfrm>
            <a:custGeom>
              <a:avLst/>
              <a:gdLst>
                <a:gd name="connsiteX0" fmla="*/ 1207770 w 2289811"/>
                <a:gd name="connsiteY0" fmla="*/ 0 h 4831080"/>
                <a:gd name="connsiteX1" fmla="*/ 2289811 w 2289811"/>
                <a:gd name="connsiteY1" fmla="*/ 0 h 4831080"/>
                <a:gd name="connsiteX2" fmla="*/ 1082041 w 2289811"/>
                <a:gd name="connsiteY2" fmla="*/ 4831080 h 4831080"/>
                <a:gd name="connsiteX3" fmla="*/ 0 w 2289811"/>
                <a:gd name="connsiteY3" fmla="*/ 4831080 h 483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811" h="4831080">
                  <a:moveTo>
                    <a:pt x="1207770" y="0"/>
                  </a:moveTo>
                  <a:lnTo>
                    <a:pt x="2289811" y="0"/>
                  </a:lnTo>
                  <a:lnTo>
                    <a:pt x="1082041" y="4831080"/>
                  </a:lnTo>
                  <a:lnTo>
                    <a:pt x="0" y="483108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924" y="-126120"/>
            <a:ext cx="10850563" cy="77776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/>
          <a:lstStyle/>
          <a:p>
            <a:fld id="{6489D9C7-5DC6-4263-87FF-7C99F6FB63C3}" type="datetime1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/>
          <a:lstStyle/>
          <a:p>
            <a:r>
              <a:rPr lang="en-US" altLang="zh-CN"/>
              <a:t>www.islide.cc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599" y="6576792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样式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37820" y="813435"/>
            <a:ext cx="114896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15"/>
          <p:cNvSpPr>
            <a:spLocks noGrp="1"/>
          </p:cNvSpPr>
          <p:nvPr>
            <p:ph sz="quarter" idx="13" hasCustomPrompt="1"/>
          </p:nvPr>
        </p:nvSpPr>
        <p:spPr>
          <a:xfrm>
            <a:off x="1079499" y="36000"/>
            <a:ext cx="9360000" cy="720000"/>
          </a:xfrm>
          <a:prstGeom prst="rect">
            <a:avLst/>
          </a:prstGeom>
        </p:spPr>
        <p:txBody>
          <a:bodyPr lIns="108000" tIns="251999" rIns="108000" bIns="108000" anchor="ctr" anchorCtr="0"/>
          <a:lstStyle>
            <a:lvl1pPr marL="0" indent="0"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一级标题</a:t>
            </a: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337820" y="227284"/>
            <a:ext cx="494504" cy="447717"/>
            <a:chOff x="189433" y="156933"/>
            <a:chExt cx="282032" cy="255348"/>
          </a:xfrm>
        </p:grpSpPr>
        <p:sp>
          <p:nvSpPr>
            <p:cNvPr id="13" name="任意多边形: 形状 14"/>
            <p:cNvSpPr/>
            <p:nvPr/>
          </p:nvSpPr>
          <p:spPr>
            <a:xfrm>
              <a:off x="350436" y="156933"/>
              <a:ext cx="121029" cy="255348"/>
            </a:xfrm>
            <a:custGeom>
              <a:avLst/>
              <a:gdLst>
                <a:gd name="connsiteX0" fmla="*/ 1207770 w 2289811"/>
                <a:gd name="connsiteY0" fmla="*/ 0 h 4831080"/>
                <a:gd name="connsiteX1" fmla="*/ 2289811 w 2289811"/>
                <a:gd name="connsiteY1" fmla="*/ 0 h 4831080"/>
                <a:gd name="connsiteX2" fmla="*/ 1082041 w 2289811"/>
                <a:gd name="connsiteY2" fmla="*/ 4831080 h 4831080"/>
                <a:gd name="connsiteX3" fmla="*/ 0 w 2289811"/>
                <a:gd name="connsiteY3" fmla="*/ 4831080 h 483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811" h="4831080">
                  <a:moveTo>
                    <a:pt x="1207770" y="0"/>
                  </a:moveTo>
                  <a:lnTo>
                    <a:pt x="2289811" y="0"/>
                  </a:lnTo>
                  <a:lnTo>
                    <a:pt x="1082041" y="4831080"/>
                  </a:lnTo>
                  <a:lnTo>
                    <a:pt x="0" y="483108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5"/>
            <p:cNvSpPr/>
            <p:nvPr/>
          </p:nvSpPr>
          <p:spPr>
            <a:xfrm>
              <a:off x="270487" y="156933"/>
              <a:ext cx="121029" cy="255348"/>
            </a:xfrm>
            <a:custGeom>
              <a:avLst/>
              <a:gdLst>
                <a:gd name="connsiteX0" fmla="*/ 1207770 w 2289811"/>
                <a:gd name="connsiteY0" fmla="*/ 0 h 4831080"/>
                <a:gd name="connsiteX1" fmla="*/ 2289811 w 2289811"/>
                <a:gd name="connsiteY1" fmla="*/ 0 h 4831080"/>
                <a:gd name="connsiteX2" fmla="*/ 1082041 w 2289811"/>
                <a:gd name="connsiteY2" fmla="*/ 4831080 h 4831080"/>
                <a:gd name="connsiteX3" fmla="*/ 0 w 2289811"/>
                <a:gd name="connsiteY3" fmla="*/ 4831080 h 483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811" h="4831080">
                  <a:moveTo>
                    <a:pt x="1207770" y="0"/>
                  </a:moveTo>
                  <a:lnTo>
                    <a:pt x="2289811" y="0"/>
                  </a:lnTo>
                  <a:lnTo>
                    <a:pt x="1082041" y="4831080"/>
                  </a:lnTo>
                  <a:lnTo>
                    <a:pt x="0" y="483108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6"/>
            <p:cNvSpPr/>
            <p:nvPr/>
          </p:nvSpPr>
          <p:spPr>
            <a:xfrm>
              <a:off x="189433" y="156933"/>
              <a:ext cx="121029" cy="255348"/>
            </a:xfrm>
            <a:custGeom>
              <a:avLst/>
              <a:gdLst>
                <a:gd name="connsiteX0" fmla="*/ 1207770 w 2289811"/>
                <a:gd name="connsiteY0" fmla="*/ 0 h 4831080"/>
                <a:gd name="connsiteX1" fmla="*/ 2289811 w 2289811"/>
                <a:gd name="connsiteY1" fmla="*/ 0 h 4831080"/>
                <a:gd name="connsiteX2" fmla="*/ 1082041 w 2289811"/>
                <a:gd name="connsiteY2" fmla="*/ 4831080 h 4831080"/>
                <a:gd name="connsiteX3" fmla="*/ 0 w 2289811"/>
                <a:gd name="connsiteY3" fmla="*/ 4831080 h 483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811" h="4831080">
                  <a:moveTo>
                    <a:pt x="1207770" y="0"/>
                  </a:moveTo>
                  <a:lnTo>
                    <a:pt x="2289811" y="0"/>
                  </a:lnTo>
                  <a:lnTo>
                    <a:pt x="1082041" y="4831080"/>
                  </a:lnTo>
                  <a:lnTo>
                    <a:pt x="0" y="483108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 descr="红黑"/>
          <p:cNvPicPr>
            <a:picLocks noChangeAspect="1"/>
          </p:cNvPicPr>
          <p:nvPr userDrawn="1"/>
        </p:nvPicPr>
        <p:blipFill>
          <a:blip r:embed="rId2"/>
          <a:srcRect l="5170" t="18861" r="63288" b="18565"/>
          <a:stretch>
            <a:fillRect/>
          </a:stretch>
        </p:blipFill>
        <p:spPr>
          <a:xfrm>
            <a:off x="11261725" y="143510"/>
            <a:ext cx="565785" cy="612775"/>
          </a:xfrm>
          <a:prstGeom prst="rect">
            <a:avLst/>
          </a:prstGeom>
        </p:spPr>
      </p:pic>
    </p:spTree>
  </p:cSld>
  <p:clrMapOvr>
    <a:masterClrMapping/>
  </p:clrMapOvr>
  <p:transition spd="slow" advClick="0" advTm="100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四级标题-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红黑"/>
          <p:cNvPicPr>
            <a:picLocks noChangeAspect="1"/>
          </p:cNvPicPr>
          <p:nvPr userDrawn="1"/>
        </p:nvPicPr>
        <p:blipFill>
          <a:blip r:embed="rId2"/>
          <a:srcRect l="5170" t="18861" r="63288" b="18565"/>
          <a:stretch>
            <a:fillRect/>
          </a:stretch>
        </p:blipFill>
        <p:spPr>
          <a:xfrm>
            <a:off x="11261725" y="90170"/>
            <a:ext cx="565785" cy="612775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079500" y="1090613"/>
            <a:ext cx="9359900" cy="380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二级标题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079500" y="1748228"/>
            <a:ext cx="9359900" cy="308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dirty="0" smtClean="0"/>
            </a:lvl2pPr>
            <a:lvl3pPr>
              <a:defRPr kumimoji="1" lang="zh-CN" altLang="en-US" dirty="0" smtClean="0"/>
            </a:lvl3pPr>
            <a:lvl4pPr>
              <a:defRPr kumimoji="1" lang="zh-CN" altLang="en-US" dirty="0" smtClean="0"/>
            </a:lvl4pPr>
            <a:lvl5pPr>
              <a:defRPr kumimoji="1" lang="zh-CN" altLang="en-US" dirty="0"/>
            </a:lvl5pPr>
          </a:lstStyle>
          <a:p>
            <a:pPr marL="228600" lvl="0" indent="-228600"/>
            <a:r>
              <a:rPr kumimoji="1" lang="zh-CN" altLang="en-US" dirty="0"/>
              <a:t>三级标题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quarter" idx="12" hasCustomPrompt="1"/>
          </p:nvPr>
        </p:nvSpPr>
        <p:spPr>
          <a:xfrm>
            <a:off x="1068482" y="2877772"/>
            <a:ext cx="9359900" cy="3594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28600" lvl="0" indent="-228600">
              <a:lnSpc>
                <a:spcPts val="2200"/>
              </a:lnSpc>
              <a:spcBef>
                <a:spcPts val="0"/>
              </a:spcBef>
            </a:pPr>
            <a:r>
              <a:rPr kumimoji="1" lang="zh-CN" altLang="en-US" dirty="0"/>
              <a:t>正文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sz="quarter" idx="13" hasCustomPrompt="1"/>
          </p:nvPr>
        </p:nvSpPr>
        <p:spPr>
          <a:xfrm>
            <a:off x="1079499" y="36000"/>
            <a:ext cx="9360000" cy="720000"/>
          </a:xfrm>
          <a:prstGeom prst="rect">
            <a:avLst/>
          </a:prstGeom>
        </p:spPr>
        <p:txBody>
          <a:bodyPr lIns="108000" tIns="251999" rIns="108000" bIns="108000" anchor="ctr" anchorCtr="0"/>
          <a:lstStyle>
            <a:lvl1pPr marL="0" indent="0"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一级标题</a:t>
            </a:r>
          </a:p>
        </p:txBody>
      </p:sp>
      <p:sp>
        <p:nvSpPr>
          <p:cNvPr id="11" name="内容占位符 11"/>
          <p:cNvSpPr>
            <a:spLocks noGrp="1"/>
          </p:cNvSpPr>
          <p:nvPr>
            <p:ph sz="quarter" idx="14" hasCustomPrompt="1"/>
          </p:nvPr>
        </p:nvSpPr>
        <p:spPr>
          <a:xfrm>
            <a:off x="1068482" y="2299072"/>
            <a:ext cx="9359900" cy="308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kumimoji="1" lang="zh-CN" altLang="en-US" dirty="0" smtClean="0"/>
            </a:lvl2pPr>
            <a:lvl3pPr>
              <a:defRPr kumimoji="1" lang="zh-CN" altLang="en-US" dirty="0" smtClean="0"/>
            </a:lvl3pPr>
            <a:lvl4pPr>
              <a:defRPr kumimoji="1" lang="zh-CN" altLang="en-US" dirty="0" smtClean="0"/>
            </a:lvl4pPr>
            <a:lvl5pPr>
              <a:defRPr kumimoji="1" lang="zh-CN" altLang="en-US" dirty="0"/>
            </a:lvl5pPr>
          </a:lstStyle>
          <a:p>
            <a:pPr marL="228600" lvl="0" indent="-228600"/>
            <a:r>
              <a:rPr kumimoji="1" lang="zh-CN" altLang="en-US" dirty="0"/>
              <a:t>四级标题</a:t>
            </a:r>
          </a:p>
        </p:txBody>
      </p:sp>
      <p:cxnSp>
        <p:nvCxnSpPr>
          <p:cNvPr id="15" name="直接连接符 9"/>
          <p:cNvCxnSpPr/>
          <p:nvPr userDrawn="1"/>
        </p:nvCxnSpPr>
        <p:spPr>
          <a:xfrm>
            <a:off x="337820" y="813435"/>
            <a:ext cx="114896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组合 21"/>
          <p:cNvGrpSpPr/>
          <p:nvPr userDrawn="1"/>
        </p:nvGrpSpPr>
        <p:grpSpPr>
          <a:xfrm>
            <a:off x="337820" y="227284"/>
            <a:ext cx="494504" cy="447717"/>
            <a:chOff x="189433" y="156933"/>
            <a:chExt cx="282032" cy="255348"/>
          </a:xfrm>
        </p:grpSpPr>
        <p:sp>
          <p:nvSpPr>
            <p:cNvPr id="23" name="任意多边形: 形状 14"/>
            <p:cNvSpPr/>
            <p:nvPr/>
          </p:nvSpPr>
          <p:spPr>
            <a:xfrm>
              <a:off x="350436" y="156933"/>
              <a:ext cx="121029" cy="255348"/>
            </a:xfrm>
            <a:custGeom>
              <a:avLst/>
              <a:gdLst>
                <a:gd name="connsiteX0" fmla="*/ 1207770 w 2289811"/>
                <a:gd name="connsiteY0" fmla="*/ 0 h 4831080"/>
                <a:gd name="connsiteX1" fmla="*/ 2289811 w 2289811"/>
                <a:gd name="connsiteY1" fmla="*/ 0 h 4831080"/>
                <a:gd name="connsiteX2" fmla="*/ 1082041 w 2289811"/>
                <a:gd name="connsiteY2" fmla="*/ 4831080 h 4831080"/>
                <a:gd name="connsiteX3" fmla="*/ 0 w 2289811"/>
                <a:gd name="connsiteY3" fmla="*/ 4831080 h 483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811" h="4831080">
                  <a:moveTo>
                    <a:pt x="1207770" y="0"/>
                  </a:moveTo>
                  <a:lnTo>
                    <a:pt x="2289811" y="0"/>
                  </a:lnTo>
                  <a:lnTo>
                    <a:pt x="1082041" y="4831080"/>
                  </a:lnTo>
                  <a:lnTo>
                    <a:pt x="0" y="483108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任意多边形: 形状 15"/>
            <p:cNvSpPr/>
            <p:nvPr/>
          </p:nvSpPr>
          <p:spPr>
            <a:xfrm>
              <a:off x="270487" y="156933"/>
              <a:ext cx="121029" cy="255348"/>
            </a:xfrm>
            <a:custGeom>
              <a:avLst/>
              <a:gdLst>
                <a:gd name="connsiteX0" fmla="*/ 1207770 w 2289811"/>
                <a:gd name="connsiteY0" fmla="*/ 0 h 4831080"/>
                <a:gd name="connsiteX1" fmla="*/ 2289811 w 2289811"/>
                <a:gd name="connsiteY1" fmla="*/ 0 h 4831080"/>
                <a:gd name="connsiteX2" fmla="*/ 1082041 w 2289811"/>
                <a:gd name="connsiteY2" fmla="*/ 4831080 h 4831080"/>
                <a:gd name="connsiteX3" fmla="*/ 0 w 2289811"/>
                <a:gd name="connsiteY3" fmla="*/ 4831080 h 483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811" h="4831080">
                  <a:moveTo>
                    <a:pt x="1207770" y="0"/>
                  </a:moveTo>
                  <a:lnTo>
                    <a:pt x="2289811" y="0"/>
                  </a:lnTo>
                  <a:lnTo>
                    <a:pt x="1082041" y="4831080"/>
                  </a:lnTo>
                  <a:lnTo>
                    <a:pt x="0" y="483108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任意多边形: 形状 16"/>
            <p:cNvSpPr/>
            <p:nvPr/>
          </p:nvSpPr>
          <p:spPr>
            <a:xfrm>
              <a:off x="189433" y="156933"/>
              <a:ext cx="121029" cy="255348"/>
            </a:xfrm>
            <a:custGeom>
              <a:avLst/>
              <a:gdLst>
                <a:gd name="connsiteX0" fmla="*/ 1207770 w 2289811"/>
                <a:gd name="connsiteY0" fmla="*/ 0 h 4831080"/>
                <a:gd name="connsiteX1" fmla="*/ 2289811 w 2289811"/>
                <a:gd name="connsiteY1" fmla="*/ 0 h 4831080"/>
                <a:gd name="connsiteX2" fmla="*/ 1082041 w 2289811"/>
                <a:gd name="connsiteY2" fmla="*/ 4831080 h 4831080"/>
                <a:gd name="connsiteX3" fmla="*/ 0 w 2289811"/>
                <a:gd name="connsiteY3" fmla="*/ 4831080 h 483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811" h="4831080">
                  <a:moveTo>
                    <a:pt x="1207770" y="0"/>
                  </a:moveTo>
                  <a:lnTo>
                    <a:pt x="2289811" y="0"/>
                  </a:lnTo>
                  <a:lnTo>
                    <a:pt x="1082041" y="4831080"/>
                  </a:lnTo>
                  <a:lnTo>
                    <a:pt x="0" y="483108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ransition spd="slow" advClick="0" advTm="100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109" b="-941"/>
          <a:stretch>
            <a:fillRect/>
          </a:stretch>
        </p:blipFill>
        <p:spPr>
          <a:xfrm>
            <a:off x="10718801" y="194311"/>
            <a:ext cx="484505" cy="480695"/>
          </a:xfrm>
          <a:prstGeom prst="rect">
            <a:avLst/>
          </a:prstGeom>
        </p:spPr>
      </p:pic>
      <p:pic>
        <p:nvPicPr>
          <p:cNvPr id="9" name="图片 8" descr="红黑"/>
          <p:cNvPicPr>
            <a:picLocks noChangeAspect="1"/>
          </p:cNvPicPr>
          <p:nvPr userDrawn="1"/>
        </p:nvPicPr>
        <p:blipFill>
          <a:blip r:embed="rId3"/>
          <a:srcRect l="5170" t="18861" r="63288" b="18565"/>
          <a:stretch>
            <a:fillRect/>
          </a:stretch>
        </p:blipFill>
        <p:spPr>
          <a:xfrm>
            <a:off x="11288396" y="128271"/>
            <a:ext cx="565785" cy="612775"/>
          </a:xfrm>
          <a:prstGeom prst="rect">
            <a:avLst/>
          </a:prstGeom>
        </p:spPr>
      </p:pic>
      <p:cxnSp>
        <p:nvCxnSpPr>
          <p:cNvPr id="10" name="直接连接符 9"/>
          <p:cNvCxnSpPr/>
          <p:nvPr userDrawn="1"/>
        </p:nvCxnSpPr>
        <p:spPr>
          <a:xfrm>
            <a:off x="337820" y="813435"/>
            <a:ext cx="114896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内容占位符 15"/>
          <p:cNvSpPr>
            <a:spLocks noGrp="1"/>
          </p:cNvSpPr>
          <p:nvPr>
            <p:ph sz="quarter" idx="13" hasCustomPrompt="1"/>
          </p:nvPr>
        </p:nvSpPr>
        <p:spPr>
          <a:xfrm>
            <a:off x="1079499" y="36000"/>
            <a:ext cx="9360000" cy="720000"/>
          </a:xfrm>
          <a:prstGeom prst="rect">
            <a:avLst/>
          </a:prstGeom>
        </p:spPr>
        <p:txBody>
          <a:bodyPr lIns="108000" tIns="251999" rIns="108000" bIns="108000" anchor="ctr" anchorCtr="0"/>
          <a:lstStyle>
            <a:lvl1pPr marL="0" indent="0">
              <a:buNone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一级标题</a:t>
            </a:r>
          </a:p>
        </p:txBody>
      </p:sp>
      <p:cxnSp>
        <p:nvCxnSpPr>
          <p:cNvPr id="11" name="直线连接符 10"/>
          <p:cNvCxnSpPr/>
          <p:nvPr userDrawn="1"/>
        </p:nvCxnSpPr>
        <p:spPr>
          <a:xfrm>
            <a:off x="11264097" y="263829"/>
            <a:ext cx="0" cy="370191"/>
          </a:xfrm>
          <a:prstGeom prst="line">
            <a:avLst/>
          </a:prstGeom>
          <a:ln w="12700">
            <a:solidFill>
              <a:schemeClr val="tx1">
                <a:alpha val="5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337820" y="227284"/>
            <a:ext cx="494504" cy="447717"/>
            <a:chOff x="189433" y="156933"/>
            <a:chExt cx="282032" cy="255348"/>
          </a:xfrm>
        </p:grpSpPr>
        <p:sp>
          <p:nvSpPr>
            <p:cNvPr id="13" name="任意多边形: 形状 14"/>
            <p:cNvSpPr/>
            <p:nvPr/>
          </p:nvSpPr>
          <p:spPr>
            <a:xfrm>
              <a:off x="350436" y="156933"/>
              <a:ext cx="121029" cy="255348"/>
            </a:xfrm>
            <a:custGeom>
              <a:avLst/>
              <a:gdLst>
                <a:gd name="connsiteX0" fmla="*/ 1207770 w 2289811"/>
                <a:gd name="connsiteY0" fmla="*/ 0 h 4831080"/>
                <a:gd name="connsiteX1" fmla="*/ 2289811 w 2289811"/>
                <a:gd name="connsiteY1" fmla="*/ 0 h 4831080"/>
                <a:gd name="connsiteX2" fmla="*/ 1082041 w 2289811"/>
                <a:gd name="connsiteY2" fmla="*/ 4831080 h 4831080"/>
                <a:gd name="connsiteX3" fmla="*/ 0 w 2289811"/>
                <a:gd name="connsiteY3" fmla="*/ 4831080 h 483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811" h="4831080">
                  <a:moveTo>
                    <a:pt x="1207770" y="0"/>
                  </a:moveTo>
                  <a:lnTo>
                    <a:pt x="2289811" y="0"/>
                  </a:lnTo>
                  <a:lnTo>
                    <a:pt x="1082041" y="4831080"/>
                  </a:lnTo>
                  <a:lnTo>
                    <a:pt x="0" y="483108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4" name="任意多边形: 形状 15"/>
            <p:cNvSpPr/>
            <p:nvPr/>
          </p:nvSpPr>
          <p:spPr>
            <a:xfrm>
              <a:off x="270487" y="156933"/>
              <a:ext cx="121029" cy="255348"/>
            </a:xfrm>
            <a:custGeom>
              <a:avLst/>
              <a:gdLst>
                <a:gd name="connsiteX0" fmla="*/ 1207770 w 2289811"/>
                <a:gd name="connsiteY0" fmla="*/ 0 h 4831080"/>
                <a:gd name="connsiteX1" fmla="*/ 2289811 w 2289811"/>
                <a:gd name="connsiteY1" fmla="*/ 0 h 4831080"/>
                <a:gd name="connsiteX2" fmla="*/ 1082041 w 2289811"/>
                <a:gd name="connsiteY2" fmla="*/ 4831080 h 4831080"/>
                <a:gd name="connsiteX3" fmla="*/ 0 w 2289811"/>
                <a:gd name="connsiteY3" fmla="*/ 4831080 h 483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811" h="4831080">
                  <a:moveTo>
                    <a:pt x="1207770" y="0"/>
                  </a:moveTo>
                  <a:lnTo>
                    <a:pt x="2289811" y="0"/>
                  </a:lnTo>
                  <a:lnTo>
                    <a:pt x="1082041" y="4831080"/>
                  </a:lnTo>
                  <a:lnTo>
                    <a:pt x="0" y="483108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5" name="任意多边形: 形状 16"/>
            <p:cNvSpPr/>
            <p:nvPr/>
          </p:nvSpPr>
          <p:spPr>
            <a:xfrm>
              <a:off x="189433" y="156933"/>
              <a:ext cx="121029" cy="255348"/>
            </a:xfrm>
            <a:custGeom>
              <a:avLst/>
              <a:gdLst>
                <a:gd name="connsiteX0" fmla="*/ 1207770 w 2289811"/>
                <a:gd name="connsiteY0" fmla="*/ 0 h 4831080"/>
                <a:gd name="connsiteX1" fmla="*/ 2289811 w 2289811"/>
                <a:gd name="connsiteY1" fmla="*/ 0 h 4831080"/>
                <a:gd name="connsiteX2" fmla="*/ 1082041 w 2289811"/>
                <a:gd name="connsiteY2" fmla="*/ 4831080 h 4831080"/>
                <a:gd name="connsiteX3" fmla="*/ 0 w 2289811"/>
                <a:gd name="connsiteY3" fmla="*/ 4831080 h 4831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9811" h="4831080">
                  <a:moveTo>
                    <a:pt x="1207770" y="0"/>
                  </a:moveTo>
                  <a:lnTo>
                    <a:pt x="2289811" y="0"/>
                  </a:lnTo>
                  <a:lnTo>
                    <a:pt x="1082041" y="4831080"/>
                  </a:lnTo>
                  <a:lnTo>
                    <a:pt x="0" y="483108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  <p:transition spd="slow" advClick="0" advTm="100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黑色标题+logo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396756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chemeClr val="tx1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B-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703976" y="2351218"/>
            <a:ext cx="10515600" cy="733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703975" y="3085051"/>
            <a:ext cx="10515599" cy="34394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>
                <a:solidFill>
                  <a:srgbClr val="B5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318" y="630000"/>
            <a:ext cx="1041400" cy="330200"/>
          </a:xfrm>
          <a:prstGeom prst="rect">
            <a:avLst/>
          </a:prstGeom>
        </p:spPr>
      </p:pic>
      <p:sp>
        <p:nvSpPr>
          <p:cNvPr id="14" name="圆角矩形 13"/>
          <p:cNvSpPr/>
          <p:nvPr userDrawn="1"/>
        </p:nvSpPr>
        <p:spPr>
          <a:xfrm>
            <a:off x="773387" y="3848709"/>
            <a:ext cx="2196661" cy="588579"/>
          </a:xfrm>
          <a:prstGeom prst="roundRect">
            <a:avLst>
              <a:gd name="adj" fmla="val 50000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773386" y="3920748"/>
            <a:ext cx="2196661" cy="4445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800">
                <a:solidFill>
                  <a:srgbClr val="286A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部门</a:t>
            </a:r>
            <a:r>
              <a:rPr kumimoji="1" lang="en-US" altLang="zh-CN" dirty="0"/>
              <a:t>-</a:t>
            </a:r>
            <a:r>
              <a:rPr kumimoji="1" lang="zh-CN" altLang="en-US" dirty="0"/>
              <a:t>姓名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式B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2012950" y="2944813"/>
            <a:ext cx="6912936" cy="101441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80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编辑结束语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318" y="630000"/>
            <a:ext cx="1041400" cy="330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样式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0318" y="630000"/>
            <a:ext cx="1041400" cy="330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3039" y="2573658"/>
            <a:ext cx="4004344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kumimoji="1" lang="zh-CN" altLang="en-US" sz="11500" b="1" spc="600" dirty="0">
                <a:gradFill>
                  <a:gsLst>
                    <a:gs pos="77000">
                      <a:srgbClr val="FDFDFD"/>
                    </a:gs>
                    <a:gs pos="0">
                      <a:srgbClr val="286AFF"/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</a:gsLst>
                  <a:lin ang="5400000" scaled="0"/>
                </a:gradFill>
                <a:latin typeface="Microsoft YaHei Semibold" panose="020B0402040204020203" pitchFamily="34" charset="-122"/>
                <a:ea typeface="Microsoft YaHei Semibold" panose="020B0402040204020203" pitchFamily="34" charset="-122"/>
                <a:cs typeface="+mn-cs"/>
              </a:defRPr>
            </a:lvl1pPr>
          </a:lstStyle>
          <a:p>
            <a:pPr marL="0" lvl="0" algn="ctr"/>
            <a:r>
              <a:rPr kumimoji="1" lang="en-US" altLang="zh-CN" dirty="0"/>
              <a:t>0?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829263" y="2900494"/>
            <a:ext cx="5782810" cy="80042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lang="zh-CN" altLang="en-US" sz="4400" b="1" kern="1200" smtClean="0">
                <a:solidFill>
                  <a:srgbClr val="297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章节标题</a:t>
            </a:r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276837" y="4102776"/>
            <a:ext cx="1748228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2750452" y="3931521"/>
            <a:ext cx="814869" cy="400110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2000" b="1" i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？？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971674" y="3935629"/>
            <a:ext cx="905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endParaRPr lang="zh-CN" altLang="en-US" sz="2000" b="1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2AB4-3B43-5442-91FE-BC43F41E7019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B1330-8E1D-5442-A046-1CB845D82D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2AB4-3B43-5442-91FE-BC43F41E7019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B1330-8E1D-5442-A046-1CB845D82D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3039" y="2573658"/>
            <a:ext cx="4004344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kumimoji="1" lang="zh-CN" altLang="en-US" sz="11500" b="1" spc="600" dirty="0">
                <a:gradFill>
                  <a:gsLst>
                    <a:gs pos="77000">
                      <a:srgbClr val="FDFDFD"/>
                    </a:gs>
                    <a:gs pos="0">
                      <a:srgbClr val="286AFF"/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</a:gsLst>
                  <a:lin ang="5400000" scaled="0"/>
                </a:gradFill>
                <a:latin typeface="Microsoft YaHei Semibold" panose="020B0402040204020203" pitchFamily="34" charset="-122"/>
                <a:ea typeface="Microsoft YaHei Semibold" panose="020B0402040204020203" pitchFamily="34" charset="-122"/>
                <a:cs typeface="+mn-cs"/>
              </a:defRPr>
            </a:lvl1pPr>
          </a:lstStyle>
          <a:p>
            <a:pPr marL="0" lvl="0" algn="ctr"/>
            <a:r>
              <a:rPr kumimoji="1" lang="en-US" altLang="zh-CN" dirty="0"/>
              <a:t>0?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829263" y="2900494"/>
            <a:ext cx="5782810" cy="80042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lang="zh-CN" altLang="en-US" sz="4400" b="1" kern="1200" smtClean="0">
                <a:solidFill>
                  <a:srgbClr val="297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章节标题</a:t>
            </a:r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276837" y="4102776"/>
            <a:ext cx="1748228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2750452" y="3931521"/>
            <a:ext cx="814869" cy="400110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2000" b="1" i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？？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971674" y="3935629"/>
            <a:ext cx="905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endParaRPr lang="zh-CN" altLang="en-US" sz="2000" b="1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2AB4-3B43-5442-91FE-BC43F41E7019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B1330-8E1D-5442-A046-1CB845D82D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2AB4-3B43-5442-91FE-BC43F41E7019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B1330-8E1D-5442-A046-1CB845D82D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23039" y="2573658"/>
            <a:ext cx="4004344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kumimoji="1" lang="zh-CN" altLang="en-US" sz="11500" b="1" spc="600" dirty="0">
                <a:gradFill>
                  <a:gsLst>
                    <a:gs pos="77000">
                      <a:srgbClr val="FDFDFD"/>
                    </a:gs>
                    <a:gs pos="0">
                      <a:srgbClr val="286AFF"/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</a:gsLst>
                  <a:lin ang="5400000" scaled="0"/>
                </a:gradFill>
                <a:latin typeface="Microsoft YaHei Semibold" panose="020B0402040204020203" pitchFamily="34" charset="-122"/>
                <a:ea typeface="Microsoft YaHei Semibold" panose="020B0402040204020203" pitchFamily="34" charset="-122"/>
                <a:cs typeface="+mn-cs"/>
              </a:defRPr>
            </a:lvl1pPr>
          </a:lstStyle>
          <a:p>
            <a:pPr marL="0" lvl="0" algn="ctr"/>
            <a:r>
              <a:rPr kumimoji="1" lang="en-US" altLang="zh-CN" dirty="0"/>
              <a:t>0?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829263" y="2900494"/>
            <a:ext cx="5782810" cy="80042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lang="zh-CN" altLang="en-US" sz="4400" b="1" kern="1200" smtClean="0">
                <a:solidFill>
                  <a:srgbClr val="297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章节标题</a:t>
            </a:r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276837" y="4102776"/>
            <a:ext cx="1748228" cy="0"/>
          </a:xfrm>
          <a:prstGeom prst="line">
            <a:avLst/>
          </a:prstGeom>
          <a:ln w="222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2750452" y="3931521"/>
            <a:ext cx="814869" cy="400110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2000" b="1" i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？？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971674" y="3935629"/>
            <a:ext cx="905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1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endParaRPr lang="zh-CN" altLang="en-US" sz="2000" b="1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2AB4-3B43-5442-91FE-BC43F41E7019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B1330-8E1D-5442-A046-1CB845D82D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C2AB4-3B43-5442-91FE-BC43F41E7019}" type="datetimeFigureOut">
              <a:rPr kumimoji="1" lang="zh-CN" altLang="en-US" smtClean="0"/>
              <a:t>2024/12/27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B1330-8E1D-5442-A046-1CB845D82D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-蓝色标题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图片 7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  <p:sp>
        <p:nvSpPr>
          <p:cNvPr id="384" name="标题 1"/>
          <p:cNvSpPr>
            <a:spLocks noGrp="1"/>
          </p:cNvSpPr>
          <p:nvPr>
            <p:ph type="ctrTitle" hasCustomPrompt="1"/>
          </p:nvPr>
        </p:nvSpPr>
        <p:spPr>
          <a:xfrm>
            <a:off x="927117" y="327870"/>
            <a:ext cx="10338034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rgbClr val="2B5BFF"/>
                </a:solidFill>
                <a:latin typeface="微软雅黑" charset="0"/>
                <a:ea typeface="微软雅黑" charset="0"/>
              </a:defRPr>
            </a:lvl1pPr>
          </a:lstStyle>
          <a:p>
            <a:r>
              <a:rPr kumimoji="1" lang="zh-CN" altLang="en-US" dirty="0"/>
              <a:t>请单击此处编辑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正文-蓝色标题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087772" y="251670"/>
            <a:ext cx="10338034" cy="486562"/>
          </a:xfrm>
          <a:prstGeom prst="rect">
            <a:avLst/>
          </a:prstGeom>
        </p:spPr>
        <p:txBody>
          <a:bodyPr anchor="b"/>
          <a:lstStyle>
            <a:lvl1pPr algn="l">
              <a:defRPr sz="2800" b="1">
                <a:solidFill>
                  <a:srgbClr val="286AFF"/>
                </a:solidFill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/>
          <a:srcRect r="76389"/>
          <a:stretch>
            <a:fillRect/>
          </a:stretch>
        </p:blipFill>
        <p:spPr>
          <a:xfrm>
            <a:off x="11567157" y="251671"/>
            <a:ext cx="353599" cy="432000"/>
          </a:xfrm>
          <a:prstGeom prst="rect">
            <a:avLst/>
          </a:prstGeom>
        </p:spPr>
      </p:pic>
      <p:sp>
        <p:nvSpPr>
          <p:cNvPr id="11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1079500" y="1090613"/>
            <a:ext cx="9359900" cy="380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二级标题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079500" y="1748228"/>
            <a:ext cx="9359900" cy="308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1" lang="zh-CN" altLang="en-US" sz="1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kumimoji="1" lang="zh-CN" altLang="en-US" dirty="0" smtClean="0"/>
            </a:lvl2pPr>
            <a:lvl3pPr>
              <a:defRPr kumimoji="1" lang="zh-CN" altLang="en-US" dirty="0" smtClean="0"/>
            </a:lvl3pPr>
            <a:lvl4pPr>
              <a:defRPr kumimoji="1" lang="zh-CN" altLang="en-US" dirty="0" smtClean="0"/>
            </a:lvl4pPr>
            <a:lvl5pPr>
              <a:defRPr kumimoji="1" lang="zh-CN" altLang="en-US" dirty="0"/>
            </a:lvl5pPr>
          </a:lstStyle>
          <a:p>
            <a:pPr marL="228600" lvl="0" indent="-228600"/>
            <a:r>
              <a:rPr kumimoji="1" lang="zh-CN" altLang="en-US" dirty="0"/>
              <a:t>三级标题</a:t>
            </a:r>
          </a:p>
        </p:txBody>
      </p:sp>
      <p:sp>
        <p:nvSpPr>
          <p:cNvPr id="13" name="内容占位符 13"/>
          <p:cNvSpPr>
            <a:spLocks noGrp="1"/>
          </p:cNvSpPr>
          <p:nvPr>
            <p:ph sz="quarter" idx="12" hasCustomPrompt="1"/>
          </p:nvPr>
        </p:nvSpPr>
        <p:spPr>
          <a:xfrm>
            <a:off x="1079500" y="2333611"/>
            <a:ext cx="9359900" cy="414846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kumimoji="1" lang="zh-CN" altLang="en-US" sz="14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kumimoji="1" lang="zh-CN" altLang="en-US" smtClean="0"/>
            </a:lvl2pPr>
            <a:lvl3pPr>
              <a:defRPr kumimoji="1" lang="zh-CN" altLang="en-US" smtClean="0"/>
            </a:lvl3pPr>
            <a:lvl4pPr>
              <a:defRPr kumimoji="1" lang="zh-CN" altLang="en-US" smtClean="0"/>
            </a:lvl4pPr>
            <a:lvl5pPr>
              <a:defRPr kumimoji="1" lang="zh-CN" altLang="en-US"/>
            </a:lvl5pPr>
          </a:lstStyle>
          <a:p>
            <a:pPr marL="228600" lvl="0" indent="-228600"/>
            <a:r>
              <a:rPr kumimoji="1" lang="zh-CN" altLang="en-US" dirty="0"/>
              <a:t>正文</a:t>
            </a:r>
          </a:p>
        </p:txBody>
      </p:sp>
    </p:spTree>
    <p:extLst>
      <p:ext uri="{BB962C8B-B14F-4D97-AF65-F5344CB8AC3E}">
        <p14:creationId xmlns:p14="http://schemas.microsoft.com/office/powerpoint/2010/main" val="118007476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2个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2233749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章节一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027443" y="2037087"/>
            <a:ext cx="5448046" cy="756147"/>
            <a:chOff x="4700458" y="1650375"/>
            <a:chExt cx="5448046" cy="756147"/>
          </a:xfrm>
        </p:grpSpPr>
        <p:grpSp>
          <p:nvGrpSpPr>
            <p:cNvPr id="9" name="组合 8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30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  <p:sp>
            <p:nvSpPr>
              <p:cNvPr id="31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15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6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7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8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9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0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1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2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3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4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5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6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7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8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9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1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黑体 CN Normal" panose="020B0400000000000000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13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7" name="组合 56"/>
          <p:cNvGrpSpPr/>
          <p:nvPr userDrawn="1"/>
        </p:nvGrpSpPr>
        <p:grpSpPr>
          <a:xfrm>
            <a:off x="4993887" y="3534342"/>
            <a:ext cx="5448046" cy="756147"/>
            <a:chOff x="4700458" y="1650375"/>
            <a:chExt cx="5448046" cy="756147"/>
          </a:xfrm>
        </p:grpSpPr>
        <p:grpSp>
          <p:nvGrpSpPr>
            <p:cNvPr id="58" name="组合 57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79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  <p:sp>
            <p:nvSpPr>
              <p:cNvPr id="80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64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65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66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67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68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69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0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1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2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3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4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5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6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7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8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60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黑体 CN Normal" panose="020B0400000000000000" charset="-122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62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1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6062444" y="3731004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章节二</a:t>
            </a:r>
          </a:p>
        </p:txBody>
      </p:sp>
    </p:spTree>
    <p:extLst>
      <p:ext uri="{BB962C8B-B14F-4D97-AF65-F5344CB8AC3E}">
        <p14:creationId xmlns:p14="http://schemas.microsoft.com/office/powerpoint/2010/main" val="129657156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3个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 userDrawn="1"/>
        </p:nvGrpSpPr>
        <p:grpSpPr>
          <a:xfrm>
            <a:off x="3843258" y="1606779"/>
            <a:ext cx="5448046" cy="756147"/>
            <a:chOff x="4700458" y="1650375"/>
            <a:chExt cx="5448046" cy="756147"/>
          </a:xfrm>
        </p:grpSpPr>
        <p:grpSp>
          <p:nvGrpSpPr>
            <p:cNvPr id="59" name="组合 58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80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  <p:sp>
            <p:nvSpPr>
              <p:cNvPr id="81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65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66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67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68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69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0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1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2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3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4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5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6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7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8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79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61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黑体 CN Normal" panose="020B0400000000000000" charset="-122"/>
              </a:endParaRPr>
            </a:p>
          </p:txBody>
        </p:sp>
        <p:grpSp>
          <p:nvGrpSpPr>
            <p:cNvPr id="62" name="组合 61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63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4911815" y="1803441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章节三</a:t>
            </a: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3843905" y="3882351"/>
            <a:ext cx="5448046" cy="756147"/>
            <a:chOff x="4700458" y="1650375"/>
            <a:chExt cx="5448046" cy="756147"/>
          </a:xfrm>
        </p:grpSpPr>
        <p:grpSp>
          <p:nvGrpSpPr>
            <p:cNvPr id="3" name="组合 2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99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  <p:sp>
            <p:nvSpPr>
              <p:cNvPr id="100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84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85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86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87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88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89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90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91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92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93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94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95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96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97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98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5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黑体 CN Normal" panose="020B0400000000000000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82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1" name="组合 100"/>
          <p:cNvGrpSpPr/>
          <p:nvPr userDrawn="1"/>
        </p:nvGrpSpPr>
        <p:grpSpPr>
          <a:xfrm>
            <a:off x="3853811" y="2759052"/>
            <a:ext cx="5448046" cy="756147"/>
            <a:chOff x="4700458" y="1650375"/>
            <a:chExt cx="5448046" cy="756147"/>
          </a:xfrm>
        </p:grpSpPr>
        <p:grpSp>
          <p:nvGrpSpPr>
            <p:cNvPr id="102" name="组合 101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123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  <p:sp>
            <p:nvSpPr>
              <p:cNvPr id="124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103" name="组合 102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108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09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10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11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12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13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14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15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16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17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18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19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20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21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22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04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黑体 CN Normal" panose="020B0400000000000000" charset="-122"/>
              </a:endParaRPr>
            </a:p>
          </p:txBody>
        </p:sp>
        <p:grpSp>
          <p:nvGrpSpPr>
            <p:cNvPr id="105" name="组合 104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106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5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4922368" y="2955714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章节二</a:t>
            </a:r>
          </a:p>
        </p:txBody>
      </p:sp>
      <p:sp>
        <p:nvSpPr>
          <p:cNvPr id="126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4912462" y="4079013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章节三</a:t>
            </a:r>
          </a:p>
        </p:txBody>
      </p:sp>
    </p:spTree>
    <p:extLst>
      <p:ext uri="{BB962C8B-B14F-4D97-AF65-F5344CB8AC3E}">
        <p14:creationId xmlns:p14="http://schemas.microsoft.com/office/powerpoint/2010/main" val="445713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4个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组合 108"/>
          <p:cNvGrpSpPr/>
          <p:nvPr userDrawn="1"/>
        </p:nvGrpSpPr>
        <p:grpSpPr>
          <a:xfrm>
            <a:off x="5042704" y="3410470"/>
            <a:ext cx="5448046" cy="756147"/>
            <a:chOff x="4700458" y="1650375"/>
            <a:chExt cx="5448046" cy="756147"/>
          </a:xfrm>
        </p:grpSpPr>
        <p:grpSp>
          <p:nvGrpSpPr>
            <p:cNvPr id="110" name="组合 109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131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  <p:sp>
            <p:nvSpPr>
              <p:cNvPr id="132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111" name="组合 110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116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17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18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19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20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21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22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23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24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25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26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27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28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29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30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12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黑体 CN Normal" panose="020B0400000000000000" charset="-122"/>
              </a:endParaRPr>
            </a:p>
          </p:txBody>
        </p:sp>
        <p:grpSp>
          <p:nvGrpSpPr>
            <p:cNvPr id="113" name="组合 112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114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组合 132"/>
          <p:cNvGrpSpPr/>
          <p:nvPr userDrawn="1"/>
        </p:nvGrpSpPr>
        <p:grpSpPr>
          <a:xfrm>
            <a:off x="5052610" y="2259426"/>
            <a:ext cx="5448046" cy="756147"/>
            <a:chOff x="4700458" y="1650375"/>
            <a:chExt cx="5448046" cy="756147"/>
          </a:xfrm>
        </p:grpSpPr>
        <p:grpSp>
          <p:nvGrpSpPr>
            <p:cNvPr id="134" name="组合 133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155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  <p:sp>
            <p:nvSpPr>
              <p:cNvPr id="156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140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41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42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43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44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45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46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47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48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49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50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51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52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53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54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36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黑体 CN Normal" panose="020B0400000000000000" charset="-122"/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138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7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121167" y="1305044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章节一</a:t>
            </a:r>
          </a:p>
        </p:txBody>
      </p:sp>
      <p:grpSp>
        <p:nvGrpSpPr>
          <p:cNvPr id="158" name="组合 157"/>
          <p:cNvGrpSpPr/>
          <p:nvPr userDrawn="1"/>
        </p:nvGrpSpPr>
        <p:grpSpPr>
          <a:xfrm>
            <a:off x="5052610" y="1108382"/>
            <a:ext cx="5448046" cy="756147"/>
            <a:chOff x="4700458" y="1650375"/>
            <a:chExt cx="5448046" cy="756147"/>
          </a:xfrm>
        </p:grpSpPr>
        <p:grpSp>
          <p:nvGrpSpPr>
            <p:cNvPr id="159" name="组合 158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180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  <p:sp>
            <p:nvSpPr>
              <p:cNvPr id="181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165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66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67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68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69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70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71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72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73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74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75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76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77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78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79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61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黑体 CN Normal" panose="020B0400000000000000" charset="-122"/>
              </a:endParaRPr>
            </a:p>
          </p:txBody>
        </p:sp>
        <p:grpSp>
          <p:nvGrpSpPr>
            <p:cNvPr id="162" name="组合 161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163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6121167" y="2429169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章节二</a:t>
            </a:r>
          </a:p>
        </p:txBody>
      </p:sp>
      <p:sp>
        <p:nvSpPr>
          <p:cNvPr id="183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6111261" y="3592106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章节三</a:t>
            </a:r>
          </a:p>
        </p:txBody>
      </p:sp>
      <p:grpSp>
        <p:nvGrpSpPr>
          <p:cNvPr id="184" name="组合 183"/>
          <p:cNvGrpSpPr/>
          <p:nvPr userDrawn="1"/>
        </p:nvGrpSpPr>
        <p:grpSpPr>
          <a:xfrm>
            <a:off x="5042704" y="4561514"/>
            <a:ext cx="5448046" cy="756147"/>
            <a:chOff x="4700458" y="1650375"/>
            <a:chExt cx="5448046" cy="756147"/>
          </a:xfrm>
        </p:grpSpPr>
        <p:grpSp>
          <p:nvGrpSpPr>
            <p:cNvPr id="185" name="组合 184"/>
            <p:cNvGrpSpPr/>
            <p:nvPr/>
          </p:nvGrpSpPr>
          <p:grpSpPr>
            <a:xfrm>
              <a:off x="5636349" y="1650375"/>
              <a:ext cx="4512155" cy="724010"/>
              <a:chOff x="3470772" y="195490"/>
              <a:chExt cx="5154203" cy="826861"/>
            </a:xfrm>
          </p:grpSpPr>
          <p:sp>
            <p:nvSpPr>
              <p:cNvPr id="206" name="图形"/>
              <p:cNvSpPr/>
              <p:nvPr/>
            </p:nvSpPr>
            <p:spPr bwMode="auto">
              <a:xfrm>
                <a:off x="3470772" y="239515"/>
                <a:ext cx="5057950" cy="782836"/>
              </a:xfrm>
              <a:custGeom>
                <a:avLst/>
                <a:gdLst>
                  <a:gd name="connsiteX0" fmla="*/ 1529672 w 2877240"/>
                  <a:gd name="connsiteY0" fmla="*/ 0 h 1149705"/>
                  <a:gd name="connsiteX1" fmla="*/ 2877240 w 2877240"/>
                  <a:gd name="connsiteY1" fmla="*/ 0 h 1149705"/>
                  <a:gd name="connsiteX2" fmla="*/ 2877240 w 2877240"/>
                  <a:gd name="connsiteY2" fmla="*/ 1149705 h 1149705"/>
                  <a:gd name="connsiteX3" fmla="*/ 0 w 2877240"/>
                  <a:gd name="connsiteY3" fmla="*/ 1149705 h 1149705"/>
                  <a:gd name="connsiteX4" fmla="*/ 0 w 2877240"/>
                  <a:gd name="connsiteY4" fmla="*/ 65110 h 1149705"/>
                  <a:gd name="connsiteX5" fmla="*/ 1459553 w 2877240"/>
                  <a:gd name="connsiteY5" fmla="*/ 65110 h 1149705"/>
                  <a:gd name="connsiteX6" fmla="*/ 1529672 w 2877240"/>
                  <a:gd name="connsiteY6" fmla="*/ 0 h 114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77240" h="1149705">
                    <a:moveTo>
                      <a:pt x="1529672" y="0"/>
                    </a:moveTo>
                    <a:lnTo>
                      <a:pt x="2877240" y="0"/>
                    </a:lnTo>
                    <a:lnTo>
                      <a:pt x="2877240" y="1149705"/>
                    </a:lnTo>
                    <a:lnTo>
                      <a:pt x="0" y="1149705"/>
                    </a:lnTo>
                    <a:lnTo>
                      <a:pt x="0" y="65110"/>
                    </a:lnTo>
                    <a:lnTo>
                      <a:pt x="1459553" y="65110"/>
                    </a:lnTo>
                    <a:lnTo>
                      <a:pt x="1529672" y="0"/>
                    </a:lnTo>
                    <a:close/>
                  </a:path>
                </a:pathLst>
              </a:custGeom>
              <a:gradFill flip="none" rotWithShape="1">
                <a:gsLst>
                  <a:gs pos="1124">
                    <a:schemeClr val="accent1">
                      <a:alpha val="0"/>
                    </a:schemeClr>
                  </a:gs>
                  <a:gs pos="46000">
                    <a:schemeClr val="bg1">
                      <a:alpha val="13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  <p:sp>
            <p:nvSpPr>
              <p:cNvPr id="207" name="图形"/>
              <p:cNvSpPr/>
              <p:nvPr/>
            </p:nvSpPr>
            <p:spPr bwMode="auto">
              <a:xfrm>
                <a:off x="3567025" y="195490"/>
                <a:ext cx="5057950" cy="158482"/>
              </a:xfrm>
              <a:custGeom>
                <a:avLst/>
                <a:gdLst>
                  <a:gd name="connsiteX0" fmla="*/ 2716680 w 2877240"/>
                  <a:gd name="connsiteY0" fmla="*/ 0 h 90153"/>
                  <a:gd name="connsiteX1" fmla="*/ 2861926 w 2877240"/>
                  <a:gd name="connsiteY1" fmla="*/ 0 h 90153"/>
                  <a:gd name="connsiteX2" fmla="*/ 2877240 w 2877240"/>
                  <a:gd name="connsiteY2" fmla="*/ 11487 h 90153"/>
                  <a:gd name="connsiteX3" fmla="*/ 2877240 w 2877240"/>
                  <a:gd name="connsiteY3" fmla="*/ 25043 h 90153"/>
                  <a:gd name="connsiteX4" fmla="*/ 1529672 w 2877240"/>
                  <a:gd name="connsiteY4" fmla="*/ 25043 h 90153"/>
                  <a:gd name="connsiteX5" fmla="*/ 1459553 w 2877240"/>
                  <a:gd name="connsiteY5" fmla="*/ 90153 h 90153"/>
                  <a:gd name="connsiteX6" fmla="*/ 0 w 2877240"/>
                  <a:gd name="connsiteY6" fmla="*/ 90153 h 90153"/>
                  <a:gd name="connsiteX7" fmla="*/ 0 w 2877240"/>
                  <a:gd name="connsiteY7" fmla="*/ 80136 h 90153"/>
                  <a:gd name="connsiteX8" fmla="*/ 1459553 w 2877240"/>
                  <a:gd name="connsiteY8" fmla="*/ 80136 h 90153"/>
                  <a:gd name="connsiteX9" fmla="*/ 1529672 w 2877240"/>
                  <a:gd name="connsiteY9" fmla="*/ 15026 h 90153"/>
                  <a:gd name="connsiteX10" fmla="*/ 2706663 w 2877240"/>
                  <a:gd name="connsiteY10" fmla="*/ 15026 h 90153"/>
                  <a:gd name="connsiteX11" fmla="*/ 2716680 w 2877240"/>
                  <a:gd name="connsiteY11" fmla="*/ 0 h 90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77240" h="90153">
                    <a:moveTo>
                      <a:pt x="2716680" y="0"/>
                    </a:moveTo>
                    <a:lnTo>
                      <a:pt x="2861926" y="0"/>
                    </a:lnTo>
                    <a:lnTo>
                      <a:pt x="2877240" y="11487"/>
                    </a:lnTo>
                    <a:lnTo>
                      <a:pt x="2877240" y="25043"/>
                    </a:lnTo>
                    <a:lnTo>
                      <a:pt x="1529672" y="25043"/>
                    </a:lnTo>
                    <a:lnTo>
                      <a:pt x="1459553" y="90153"/>
                    </a:lnTo>
                    <a:lnTo>
                      <a:pt x="0" y="90153"/>
                    </a:lnTo>
                    <a:lnTo>
                      <a:pt x="0" y="80136"/>
                    </a:lnTo>
                    <a:lnTo>
                      <a:pt x="1459553" y="80136"/>
                    </a:lnTo>
                    <a:lnTo>
                      <a:pt x="1529672" y="15026"/>
                    </a:lnTo>
                    <a:lnTo>
                      <a:pt x="2706663" y="15026"/>
                    </a:lnTo>
                    <a:lnTo>
                      <a:pt x="2716680" y="0"/>
                    </a:lnTo>
                    <a:close/>
                  </a:path>
                </a:pathLst>
              </a:custGeom>
              <a:gradFill>
                <a:gsLst>
                  <a:gs pos="32000">
                    <a:schemeClr val="bg1">
                      <a:lumMod val="95000"/>
                    </a:schemeClr>
                  </a:gs>
                  <a:gs pos="0">
                    <a:schemeClr val="bg1">
                      <a:alpha val="0"/>
                    </a:schemeClr>
                  </a:gs>
                  <a:gs pos="90000">
                    <a:schemeClr val="bg1">
                      <a:alpha val="76849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 dirty="0">
                  <a:cs typeface="思源黑体 CN Normal" panose="020B0400000000000000" charset="-122"/>
                </a:endParaRPr>
              </a:p>
            </p:txBody>
          </p:sp>
        </p:grpSp>
        <p:grpSp>
          <p:nvGrpSpPr>
            <p:cNvPr id="186" name="组合 185"/>
            <p:cNvGrpSpPr/>
            <p:nvPr/>
          </p:nvGrpSpPr>
          <p:grpSpPr>
            <a:xfrm>
              <a:off x="6386378" y="1671530"/>
              <a:ext cx="1599661" cy="61332"/>
              <a:chOff x="4638559" y="333174"/>
              <a:chExt cx="1516247" cy="58122"/>
            </a:xfrm>
            <a:gradFill>
              <a:gsLst>
                <a:gs pos="0">
                  <a:schemeClr val="bg1">
                    <a:alpha val="0"/>
                  </a:schemeClr>
                </a:gs>
                <a:gs pos="88000">
                  <a:schemeClr val="bg1">
                    <a:alpha val="74860"/>
                  </a:schemeClr>
                </a:gs>
                <a:gs pos="98000">
                  <a:schemeClr val="bg1"/>
                </a:gs>
              </a:gsLst>
              <a:lin ang="0" scaled="1"/>
            </a:gradFill>
          </p:grpSpPr>
          <p:sp>
            <p:nvSpPr>
              <p:cNvPr id="191" name="图形"/>
              <p:cNvSpPr/>
              <p:nvPr/>
            </p:nvSpPr>
            <p:spPr bwMode="auto">
              <a:xfrm flipH="1">
                <a:off x="601351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92" name="图形"/>
              <p:cNvSpPr/>
              <p:nvPr/>
            </p:nvSpPr>
            <p:spPr bwMode="auto">
              <a:xfrm flipH="1">
                <a:off x="591509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93" name="图形"/>
              <p:cNvSpPr/>
              <p:nvPr/>
            </p:nvSpPr>
            <p:spPr bwMode="auto">
              <a:xfrm flipH="1">
                <a:off x="581666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94" name="图形"/>
              <p:cNvSpPr/>
              <p:nvPr/>
            </p:nvSpPr>
            <p:spPr bwMode="auto">
              <a:xfrm flipH="1">
                <a:off x="571824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95" name="图形"/>
              <p:cNvSpPr/>
              <p:nvPr/>
            </p:nvSpPr>
            <p:spPr bwMode="auto">
              <a:xfrm flipH="1">
                <a:off x="561981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96" name="图形"/>
              <p:cNvSpPr/>
              <p:nvPr/>
            </p:nvSpPr>
            <p:spPr bwMode="auto">
              <a:xfrm flipH="1">
                <a:off x="552288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97" name="图形"/>
              <p:cNvSpPr/>
              <p:nvPr/>
            </p:nvSpPr>
            <p:spPr bwMode="auto">
              <a:xfrm flipH="1">
                <a:off x="542446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98" name="图形"/>
              <p:cNvSpPr/>
              <p:nvPr/>
            </p:nvSpPr>
            <p:spPr bwMode="auto">
              <a:xfrm flipH="1">
                <a:off x="532603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199" name="图形"/>
              <p:cNvSpPr/>
              <p:nvPr/>
            </p:nvSpPr>
            <p:spPr bwMode="auto">
              <a:xfrm flipH="1">
                <a:off x="522761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00" name="图形"/>
              <p:cNvSpPr/>
              <p:nvPr/>
            </p:nvSpPr>
            <p:spPr bwMode="auto">
              <a:xfrm flipH="1">
                <a:off x="512918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01" name="图形"/>
              <p:cNvSpPr/>
              <p:nvPr/>
            </p:nvSpPr>
            <p:spPr bwMode="auto">
              <a:xfrm flipH="1">
                <a:off x="5032258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02" name="图形"/>
              <p:cNvSpPr/>
              <p:nvPr/>
            </p:nvSpPr>
            <p:spPr bwMode="auto">
              <a:xfrm flipH="1">
                <a:off x="4933833" y="333174"/>
                <a:ext cx="141288" cy="58122"/>
              </a:xfrm>
              <a:custGeom>
                <a:avLst/>
                <a:gdLst>
                  <a:gd name="T0" fmla="*/ 0 w 89"/>
                  <a:gd name="T1" fmla="*/ 0 h 49"/>
                  <a:gd name="T2" fmla="*/ 51 w 89"/>
                  <a:gd name="T3" fmla="*/ 0 h 49"/>
                  <a:gd name="T4" fmla="*/ 89 w 89"/>
                  <a:gd name="T5" fmla="*/ 49 h 49"/>
                  <a:gd name="T6" fmla="*/ 39 w 89"/>
                  <a:gd name="T7" fmla="*/ 49 h 49"/>
                  <a:gd name="T8" fmla="*/ 0 w 89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9">
                    <a:moveTo>
                      <a:pt x="0" y="0"/>
                    </a:moveTo>
                    <a:lnTo>
                      <a:pt x="51" y="0"/>
                    </a:lnTo>
                    <a:lnTo>
                      <a:pt x="89" y="49"/>
                    </a:lnTo>
                    <a:lnTo>
                      <a:pt x="39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03" name="图形"/>
              <p:cNvSpPr/>
              <p:nvPr/>
            </p:nvSpPr>
            <p:spPr bwMode="auto">
              <a:xfrm flipH="1">
                <a:off x="483540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04" name="图形"/>
              <p:cNvSpPr/>
              <p:nvPr/>
            </p:nvSpPr>
            <p:spPr bwMode="auto">
              <a:xfrm flipH="1">
                <a:off x="4736984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  <p:sp>
            <p:nvSpPr>
              <p:cNvPr id="205" name="图形"/>
              <p:cNvSpPr/>
              <p:nvPr/>
            </p:nvSpPr>
            <p:spPr bwMode="auto">
              <a:xfrm flipH="1">
                <a:off x="4638559" y="333174"/>
                <a:ext cx="139700" cy="58122"/>
              </a:xfrm>
              <a:custGeom>
                <a:avLst/>
                <a:gdLst>
                  <a:gd name="T0" fmla="*/ 0 w 88"/>
                  <a:gd name="T1" fmla="*/ 0 h 49"/>
                  <a:gd name="T2" fmla="*/ 50 w 88"/>
                  <a:gd name="T3" fmla="*/ 0 h 49"/>
                  <a:gd name="T4" fmla="*/ 88 w 88"/>
                  <a:gd name="T5" fmla="*/ 49 h 49"/>
                  <a:gd name="T6" fmla="*/ 38 w 88"/>
                  <a:gd name="T7" fmla="*/ 49 h 49"/>
                  <a:gd name="T8" fmla="*/ 0 w 88"/>
                  <a:gd name="T9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49">
                    <a:moveTo>
                      <a:pt x="0" y="0"/>
                    </a:moveTo>
                    <a:lnTo>
                      <a:pt x="50" y="0"/>
                    </a:lnTo>
                    <a:lnTo>
                      <a:pt x="88" y="49"/>
                    </a:lnTo>
                    <a:lnTo>
                      <a:pt x="38" y="4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思源黑体 CN Normal" panose="020B0400000000000000" charset="-122"/>
                </a:endParaRPr>
              </a:p>
            </p:txBody>
          </p:sp>
        </p:grpSp>
        <p:sp>
          <p:nvSpPr>
            <p:cNvPr id="187" name="图形"/>
            <p:cNvSpPr/>
            <p:nvPr/>
          </p:nvSpPr>
          <p:spPr>
            <a:xfrm>
              <a:off x="8118593" y="1763783"/>
              <a:ext cx="1945648" cy="139003"/>
            </a:xfrm>
            <a:custGeom>
              <a:avLst/>
              <a:gdLst>
                <a:gd name="connsiteX0" fmla="*/ 0 w 2222500"/>
                <a:gd name="connsiteY0" fmla="*/ 0 h 158750"/>
                <a:gd name="connsiteX1" fmla="*/ 1847850 w 2222500"/>
                <a:gd name="connsiteY1" fmla="*/ 0 h 158750"/>
                <a:gd name="connsiteX2" fmla="*/ 2063750 w 2222500"/>
                <a:gd name="connsiteY2" fmla="*/ 0 h 158750"/>
                <a:gd name="connsiteX3" fmla="*/ 2222500 w 2222500"/>
                <a:gd name="connsiteY3" fmla="*/ 158750 h 1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2500" h="158750">
                  <a:moveTo>
                    <a:pt x="0" y="0"/>
                  </a:moveTo>
                  <a:lnTo>
                    <a:pt x="1847850" y="0"/>
                  </a:lnTo>
                  <a:lnTo>
                    <a:pt x="2063750" y="0"/>
                  </a:lnTo>
                  <a:lnTo>
                    <a:pt x="2222500" y="158750"/>
                  </a:lnTo>
                </a:path>
              </a:pathLst>
            </a:custGeom>
            <a:noFill/>
            <a:ln>
              <a:gradFill>
                <a:gsLst>
                  <a:gs pos="100000">
                    <a:schemeClr val="bg1"/>
                  </a:gs>
                  <a:gs pos="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思源黑体 CN Normal" panose="020B0400000000000000" charset="-122"/>
              </a:endParaRPr>
            </a:p>
          </p:txBody>
        </p:sp>
        <p:grpSp>
          <p:nvGrpSpPr>
            <p:cNvPr id="188" name="组合 187"/>
            <p:cNvGrpSpPr/>
            <p:nvPr/>
          </p:nvGrpSpPr>
          <p:grpSpPr>
            <a:xfrm>
              <a:off x="4700458" y="2324935"/>
              <a:ext cx="5438140" cy="81587"/>
              <a:chOff x="2413026" y="1100127"/>
              <a:chExt cx="6211949" cy="93177"/>
            </a:xfrm>
          </p:grpSpPr>
          <p:cxnSp>
            <p:nvCxnSpPr>
              <p:cNvPr id="189" name="图形"/>
              <p:cNvCxnSpPr/>
              <p:nvPr/>
            </p:nvCxnSpPr>
            <p:spPr>
              <a:xfrm>
                <a:off x="2413026" y="1193304"/>
                <a:ext cx="6211949" cy="0"/>
              </a:xfrm>
              <a:prstGeom prst="line">
                <a:avLst/>
              </a:prstGeom>
              <a:ln w="15875">
                <a:gradFill flip="none" rotWithShape="1">
                  <a:gsLst>
                    <a:gs pos="0">
                      <a:schemeClr val="bg1">
                        <a:alpha val="0"/>
                      </a:schemeClr>
                    </a:gs>
                    <a:gs pos="99000">
                      <a:schemeClr val="bg1"/>
                    </a:gs>
                  </a:gsLst>
                  <a:lin ang="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图形"/>
              <p:cNvCxnSpPr/>
              <p:nvPr/>
            </p:nvCxnSpPr>
            <p:spPr>
              <a:xfrm>
                <a:off x="5594254" y="1100127"/>
                <a:ext cx="2934468" cy="0"/>
              </a:xfrm>
              <a:prstGeom prst="line">
                <a:avLst/>
              </a:prstGeom>
              <a:ln>
                <a:gradFill>
                  <a:gsLst>
                    <a:gs pos="99000">
                      <a:schemeClr val="bg1"/>
                    </a:gs>
                    <a:gs pos="0">
                      <a:schemeClr val="bg1">
                        <a:alpha val="0"/>
                      </a:schemeClr>
                    </a:gs>
                  </a:gsLst>
                  <a:lin ang="0" scaled="0"/>
                </a:gra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8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6111261" y="4758176"/>
            <a:ext cx="4019026" cy="48027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zh-CN" altLang="en-US" sz="2600" kern="1200" dirty="0">
                <a:gradFill>
                  <a:gsLst>
                    <a:gs pos="0">
                      <a:schemeClr val="bg1"/>
                    </a:gs>
                    <a:gs pos="76000">
                      <a:schemeClr val="bg1"/>
                    </a:gs>
                    <a:gs pos="99000">
                      <a:schemeClr val="bg1">
                        <a:lumMod val="95000"/>
                        <a:alpha val="34000"/>
                      </a:schemeClr>
                    </a:gs>
                  </a:gsLst>
                  <a:lin ang="5400000" scaled="0"/>
                </a:gradFill>
                <a:effectLst>
                  <a:reflection blurRad="50800" stA="17000" endPos="25000" dist="38100" dir="5400000" sy="-100000" algn="bl" rotWithShape="0"/>
                </a:effectLst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pPr lvl="0"/>
            <a:r>
              <a:rPr kumimoji="1" lang="en-US" altLang="zh-CN" dirty="0"/>
              <a:t>0</a:t>
            </a:r>
            <a:r>
              <a:rPr kumimoji="1" lang="zh-CN" altLang="en-US" dirty="0"/>
              <a:t>？</a:t>
            </a:r>
            <a:r>
              <a:rPr kumimoji="1" lang="en-US" altLang="zh-CN" dirty="0"/>
              <a:t>.</a:t>
            </a:r>
            <a:r>
              <a:rPr kumimoji="1" lang="zh-CN" altLang="en-US" dirty="0"/>
              <a:t>章节四</a:t>
            </a:r>
          </a:p>
        </p:txBody>
      </p:sp>
    </p:spTree>
    <p:extLst>
      <p:ext uri="{BB962C8B-B14F-4D97-AF65-F5344CB8AC3E}">
        <p14:creationId xmlns:p14="http://schemas.microsoft.com/office/powerpoint/2010/main" val="23142576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theme" Target="../theme/theme2.xml"/><Relationship Id="rId6" Type="http://schemas.openxmlformats.org/officeDocument/2006/relationships/image" Target="../media/image3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7" Type="http://schemas.openxmlformats.org/officeDocument/2006/relationships/image" Target="../media/image4.jpe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4.xml"/><Relationship Id="rId8" Type="http://schemas.openxmlformats.org/officeDocument/2006/relationships/image" Target="../media/image5.png"/><Relationship Id="rId9" Type="http://schemas.openxmlformats.org/officeDocument/2006/relationships/image" Target="../media/image6.sv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2.xml"/><Relationship Id="rId14" Type="http://schemas.openxmlformats.org/officeDocument/2006/relationships/theme" Target="../theme/theme6.xml"/><Relationship Id="rId15" Type="http://schemas.openxmlformats.org/officeDocument/2006/relationships/image" Target="../media/image8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theme" Target="../theme/theme7.xml"/><Relationship Id="rId10" Type="http://schemas.openxmlformats.org/officeDocument/2006/relationships/image" Target="../media/image8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theme" Target="../theme/theme8.xml"/><Relationship Id="rId12" Type="http://schemas.openxmlformats.org/officeDocument/2006/relationships/image" Target="../media/image8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theme" Target="../theme/theme9.xml"/><Relationship Id="rId5" Type="http://schemas.openxmlformats.org/officeDocument/2006/relationships/image" Target="../media/image1.jpe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8.xml"/><Relationship Id="rId6" Type="http://schemas.openxmlformats.org/officeDocument/2006/relationships/theme" Target="../theme/theme10.xml"/><Relationship Id="rId7" Type="http://schemas.openxmlformats.org/officeDocument/2006/relationships/image" Target="../media/image5.png"/><Relationship Id="rId8" Type="http://schemas.openxmlformats.org/officeDocument/2006/relationships/image" Target="../media/image6.sv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theme" Target="../theme/theme11.xml"/><Relationship Id="rId8" Type="http://schemas.openxmlformats.org/officeDocument/2006/relationships/image" Target="../media/image5.png"/><Relationship Id="rId9" Type="http://schemas.openxmlformats.org/officeDocument/2006/relationships/image" Target="../media/image6.sv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9.xml"/><Relationship Id="rId6" Type="http://schemas.openxmlformats.org/officeDocument/2006/relationships/theme" Target="../theme/theme12.xml"/><Relationship Id="rId7" Type="http://schemas.openxmlformats.org/officeDocument/2006/relationships/image" Target="../media/image5.png"/><Relationship Id="rId8" Type="http://schemas.openxmlformats.org/officeDocument/2006/relationships/image" Target="../media/image6.sv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2.xml"/><Relationship Id="rId4" Type="http://schemas.openxmlformats.org/officeDocument/2006/relationships/theme" Target="../theme/theme13.xml"/><Relationship Id="rId5" Type="http://schemas.openxmlformats.org/officeDocument/2006/relationships/image" Target="../media/image8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4.xml"/><Relationship Id="rId3" Type="http://schemas.openxmlformats.org/officeDocument/2006/relationships/slideLayout" Target="../slideLayouts/slideLayout85.xml"/><Relationship Id="rId4" Type="http://schemas.openxmlformats.org/officeDocument/2006/relationships/theme" Target="../theme/theme14.xml"/><Relationship Id="rId5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图片 108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图形"/>
          <p:cNvSpPr txBox="1"/>
          <p:nvPr userDrawn="1"/>
        </p:nvSpPr>
        <p:spPr>
          <a:xfrm>
            <a:off x="1826289" y="3041429"/>
            <a:ext cx="2024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>
                <a:solidFill>
                  <a:schemeClr val="bg1">
                    <a:alpha val="16904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Normal" panose="020B0500000000000000" charset="-122"/>
              </a:rPr>
              <a:t>Contents</a:t>
            </a:r>
          </a:p>
        </p:txBody>
      </p:sp>
      <p:sp>
        <p:nvSpPr>
          <p:cNvPr id="33" name="图形"/>
          <p:cNvSpPr txBox="1"/>
          <p:nvPr userDrawn="1"/>
        </p:nvSpPr>
        <p:spPr>
          <a:xfrm>
            <a:off x="1804375" y="2706446"/>
            <a:ext cx="119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>
                <a:gradFill>
                  <a:gsLst>
                    <a:gs pos="0">
                      <a:srgbClr val="B5D5FF"/>
                    </a:gs>
                    <a:gs pos="100000">
                      <a:schemeClr val="bg1"/>
                    </a:gs>
                  </a:gsLst>
                  <a:lin ang="13500000" scaled="0"/>
                </a:gradFill>
                <a:latin typeface="思源黑体 CN Bold" panose="020B0800000000000000" charset="-122"/>
                <a:ea typeface="思源黑体 CN Bold" panose="020B0800000000000000" charset="-122"/>
                <a:cs typeface="思源黑体 CN Normal" panose="020B0500000000000000" charset="-122"/>
              </a:rPr>
              <a:t>目录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 r:embed="rId8">
            <a:lum bright="3000" contrast="6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0"/>
            <a:ext cx="3022600" cy="762000"/>
          </a:xfrm>
          <a:prstGeom prst="rect">
            <a:avLst/>
          </a:prstGeom>
        </p:spPr>
      </p:pic>
      <p:cxnSp>
        <p:nvCxnSpPr>
          <p:cNvPr id="8" name="直线连接符 7"/>
          <p:cNvCxnSpPr/>
          <p:nvPr userDrawn="1"/>
        </p:nvCxnSpPr>
        <p:spPr>
          <a:xfrm>
            <a:off x="287867" y="837501"/>
            <a:ext cx="1161626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3022600" cy="762000"/>
          </a:xfrm>
          <a:prstGeom prst="rect">
            <a:avLst/>
          </a:prstGeom>
        </p:spPr>
      </p:pic>
      <p:cxnSp>
        <p:nvCxnSpPr>
          <p:cNvPr id="8" name="直线连接符 7"/>
          <p:cNvCxnSpPr/>
          <p:nvPr userDrawn="1"/>
        </p:nvCxnSpPr>
        <p:spPr>
          <a:xfrm>
            <a:off x="287867" y="837501"/>
            <a:ext cx="1161626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3022600" cy="762000"/>
          </a:xfrm>
          <a:prstGeom prst="rect">
            <a:avLst/>
          </a:prstGeom>
        </p:spPr>
      </p:pic>
      <p:cxnSp>
        <p:nvCxnSpPr>
          <p:cNvPr id="8" name="直线连接符 7"/>
          <p:cNvCxnSpPr/>
          <p:nvPr userDrawn="1"/>
        </p:nvCxnSpPr>
        <p:spPr>
          <a:xfrm>
            <a:off x="287867" y="837501"/>
            <a:ext cx="1161626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 r:embed="rId7">
            <a:lum bright="3000" contrast="6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 r:embed="rId8">
            <a:lum bright="3000" contrast="6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 r:embed="rId7">
            <a:lum bright="3000" contrast="6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3022600" cy="762000"/>
          </a:xfrm>
          <a:prstGeom prst="rect">
            <a:avLst/>
          </a:prstGeom>
        </p:spPr>
      </p:pic>
      <p:cxnSp>
        <p:nvCxnSpPr>
          <p:cNvPr id="42" name="直线连接符 7"/>
          <p:cNvCxnSpPr/>
          <p:nvPr userDrawn="1"/>
        </p:nvCxnSpPr>
        <p:spPr>
          <a:xfrm>
            <a:off x="287867" y="837501"/>
            <a:ext cx="1161626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2" r:id="rId2"/>
    <p:sldLayoutId id="214748374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图片 10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图形"/>
          <p:cNvSpPr txBox="1"/>
          <p:nvPr userDrawn="1"/>
        </p:nvSpPr>
        <p:spPr>
          <a:xfrm>
            <a:off x="1826289" y="3041429"/>
            <a:ext cx="2024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>
                    <a:alpha val="16904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Normal" panose="020B0400000000000000" charset="-122"/>
              </a:rPr>
              <a:t>Contents</a:t>
            </a:r>
          </a:p>
        </p:txBody>
      </p:sp>
      <p:sp>
        <p:nvSpPr>
          <p:cNvPr id="33" name="图形"/>
          <p:cNvSpPr txBox="1"/>
          <p:nvPr userDrawn="1"/>
        </p:nvSpPr>
        <p:spPr>
          <a:xfrm>
            <a:off x="1804375" y="2706446"/>
            <a:ext cx="119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dirty="0">
                <a:gradFill>
                  <a:gsLst>
                    <a:gs pos="0">
                      <a:srgbClr val="B5D5FF"/>
                    </a:gs>
                    <a:gs pos="100000">
                      <a:schemeClr val="bg1"/>
                    </a:gs>
                  </a:gsLst>
                  <a:lin ang="13500000" scaled="0"/>
                </a:gradFill>
                <a:latin typeface="思源黑体 CN Bold" panose="020B0800000000000000" charset="-122"/>
                <a:ea typeface="思源黑体 CN Bold" panose="020B0800000000000000" charset="-122"/>
                <a:cs typeface="思源黑体 CN Normal" panose="020B0400000000000000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412864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基础产品部 AI沟通分享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讨论版原文拆页PPT｜尽量保留原始表达与完整内容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基础产品部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今天这场沟通，我想讲几件事情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第一，AI时代对所有软件真正的革命到底是什么。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第二，基于这个变化，基础产品接下来到底要承担什么要求。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第三，我们应该用什么样的工作方法，去完成这些要求。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193792"/>
            <a:ext cx="9144000" cy="512064"/>
          </a:xfrm>
          <a:prstGeom prst="round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321808"/>
            <a:ext cx="8778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D3E8A"/>
                </a:solidFill>
                <a:latin typeface="Microsoft YaHei"/>
              </a:rPr>
              <a:t>这不是泛泛讲 AI，也不是教大家怎么用某个工具。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我更想统一一个判断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3/25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1">
                <a:solidFill>
                  <a:srgbClr val="2363EB"/>
                </a:solidFill>
                <a:latin typeface="Microsoft YaHei"/>
              </a:rPr>
              <a:t>基础产品如果还按过去的软件逻辑、过去的分工逻辑、过去的工作逻辑往前走，是肯定不行的。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先讲一个比较直接的判断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4/25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丰图过去积累的很多传统软件资产，在这个时代它原有的独立价值正在快速归零。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这里说“归零”，不是说这些东西完全没用，而是过去靠这些东西形成的壁垒，正在被快速抹平。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以前大家拼的是：谁研发人多、谁系统复杂、谁功能堆得全、谁做过更多项目。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AI时代最大的变化之一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5/25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技术平权了。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很多原来很难做的东西，现在别人也能更快做出来。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如果我们还把希望寄托在过去的软件积累本身，那是危险的。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丰图今天真正还握在手里的优势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6/25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第一类，是数据：丰图有自己长期积累的数据。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AI 时代真正重要的，不只是模型，而是数据、场景、反馈、持续迭代。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第二类，是合规和行业门槛：尤其像测绘相关的合规、资质、行业进入门槛，这些并没有消失。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所以我的结论很简单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7/25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这个时代在重新洗牌。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大家都在回到同一条起跑线上，比的不是谁历史包袱大，而是谁能更快重构产品、重构组织、重构工作方式。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我并不觉得我们比友商差多少，甚至我认为我们现在走的方向和节奏，比绝大多数同行是领先一点的。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所以我的结论很简单：我们必须快。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未来的产品，不能再只是“一个平台”或者“一个软件系统”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8/25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从年前到现在，我一直在重新看一件事：我们整个泛政一部对外产品，到底应该做成什么样。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过去我们的很多设计逻辑，还是以静态平台为中心、以页面和功能为中心、以项目交付为中心、默认很多后续工作由人来完成。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但现在不够了。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未来真正有竞争力的产品，必须是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9/25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1">
                <a:solidFill>
                  <a:srgbClr val="2363EB"/>
                </a:solidFill>
                <a:latin typeface="Microsoft YaHei"/>
              </a:rPr>
              <a:t>一套可持续运行、可持续演进、可持续沉淀能力的智能化产品体系。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我们做的不能只是页面、模块、平台、图层、功能菜单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10/25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而要开始回答：这个系统能不能持续工作。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能不能持续接需求、持续回流数据、持续沉淀知识。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能不能支持智能体参与工作、能不能持续进化。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我现在看泛政一部产品，已经不是在看单个软件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11/25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前台是客户感知的产品实例。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中台是知识、数据、流程、工具的沉淀。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后台是运营、监控、反馈回流与持续迭代。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智能体层是真正参与工作的数字劳动力。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193792"/>
            <a:ext cx="9144000" cy="512064"/>
          </a:xfrm>
          <a:prstGeom prst="round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321808"/>
            <a:ext cx="8778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D3E8A"/>
                </a:solidFill>
                <a:latin typeface="Microsoft YaHei"/>
              </a:rPr>
              <a:t>这才是未来产品的基本形态。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基础产品以后不能再只是“底座支持部门”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12/25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基础产品要变成整个 AI 化产品体系的底层能力提供者、标准制定者、快速响应者和持续演进推动者。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我认为，基础产品现在最需要解决 6 个核心问题。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核心问题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13/25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1. 线上服务的大规模可用性问题：这是第一优先级。我们必须从“功能上线”切换到服务是否真的能规模化、稳定化、持续化运行。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2. 线上服务接口的专业化、标准化问题：接口不能只是能调起来，而要做到专业化、标准化、产品化、易接入、可复用。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因为未来不只是人调用接口，智能体、工作流、自动化系统也会调用接口。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核心问题 3-4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14/25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3. 线上服务竞争力不齐的问题：不能只管“有没有”，而要判断哪些服务真正具备竞争力、哪些要继续打磨、哪些要纳入统一路线图。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也就是说，我们要做服务竞争力治理。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4. 基于企业服务规划，形成丰图物流大数据衍生产品：基础产品要支撑的不只是通用平台，还要支撑新的数据产品、新的业务产品。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核心问题 5-6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15/25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5. 专网地图的新要求：小型化、轻量化、快速部署、快速交付、稳定、可用。客户不要一个很重的大系统，客户要一个能快速落地、快速运行、快速见效的产品。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6. 响应机制必须从双周排期改成天级响应、周级交付。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未来基础产品的竞争力，不只是把功能做出来，而是能不能在天级响应、周级交付的节奏下，把能力稳定推上线并转成商用。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我的组织要求，就是极度扁平化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16/25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未来的主体作战单位，不应该再是层层分工的大团队，而应该是不超过两个人的小队。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这个小队要能把一个独立的数据服务，从接口层、服务层、算法层、数据层全部打穿，最终完成发布。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我允许少量专家团队存在，但专家团队的角色是提供技术支持、提供方法支持、沉淀规则和工具。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为什么要这样组织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17/25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专家团队不是主体作战单位。主体作战单位必须是这种能打穿链路的小队。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因为在 AI 时代，只要还有过多分工，就意味着效率低下。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未来拼的不是谁分工更细，而是谁的小队更能打穿链路、更快上线、更快形成商用能力。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第一，所有人必须最大化利用 AI 这个技术杠杆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18/25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这不是建议，是基本要求。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谁还在主要靠 Excel、Word、PPT 这种传统方式做事，把大量时间耗费在这些机械操作上，谁未来一定拿不到好的绩效产出。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未来所有人的工具都应该是：AI 化工具 + 基于 AI 打造的个人工作工具。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第二，所有人都必须主动学习 AI，学习怎么真正使用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19/25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这里说的“学 AI”，不是在内部平台问几个问题，也不是问豆包几个问题、问 ChatGPT 几个问题。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真正的 AI 化工作方式，是把你整个工作的上下文灌入到智能体里，让它进入你的工作环境，接管你大量具体工作。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你只负责做它做不了的事情，比如跟客户沟通、跟周边团队沟通、观察现场、判断方向、校准结果、确认它是不是按客户想要的方式在往前走。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193792"/>
            <a:ext cx="9144000" cy="512064"/>
          </a:xfrm>
          <a:prstGeom prst="round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321808"/>
            <a:ext cx="8778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0D3E8A"/>
                </a:solidFill>
                <a:latin typeface="Microsoft YaHei"/>
              </a:rPr>
              <a:t>未来不是你自己干活，AI 帮你一点；而是 AI 先去干大量具体工作，你负责驾驭它、判断它、纠正它。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第三，每个人都必须带着“沉淀意识”工作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20/25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以后做每一件事情，都不能只问：这件事做完没？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还要问：有没有沉淀成模板？有没有沉淀成规则？有没有沉淀成知识？有没有沉淀成以后还能复用的能力？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否则你做的很多事情，都只是一次性劳动。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28016" cy="34747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89611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3E8A"/>
                </a:solidFill>
                <a:latin typeface="Microsoft YaHei"/>
              </a:rPr>
              <a:t>六、基础产品现在应该怎么开始</a:t>
            </a:r>
          </a:p>
          <a:p>
            <a:r>
              <a:rPr sz="1400" b="0">
                <a:solidFill>
                  <a:srgbClr val="5A6270"/>
                </a:solidFill>
                <a:latin typeface="Microsoft YaHei"/>
              </a:rPr>
              <a:t>按原文逻辑继续展开，尽量不压缩观点，只拆页增强可讲性。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章节切换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21/25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如果把今天这场沟通压成几个最现实的动作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22/25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1. 先统一认知：AI 不是附加功能，而是产品形态革命；基础产品不是只做底层支持，而是要做智能底座；未来拼的是服务可用性、标准化、响应速度和产品化能力。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2. 围绕那 6 个问题做专项梳理：把现状梳清楚。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3. 先挑几个点打样板。4. 同时改工作方式。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先挑几个点打样板，同时改工作方式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23/25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我建议优先：服务可用性治理、接口标准化治理、专网地图轻量化与快速部署、小队化打穿一个独立服务发布。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Microsoft YaHei"/>
              </a:rPr>
              <a:t>• 从现在开始，基础产品不只是要把事情做完，还要同步回答：这件事能不能更快完成？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这件事能不能让 AI 先做一部分？能不能沉淀成模板、规则和知识？能不能最终转化成可复用的产品能力？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64592" cy="63825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D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最后的结论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0972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</a:rPr>
              <a:t>24/25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005840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A6270"/>
                </a:solidFill>
                <a:latin typeface="Microsoft YaHei"/>
              </a:rPr>
              <a:t>基础产品部 AI沟通分享（讨论版原文）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822960"/>
            <a:ext cx="9966960" cy="5303520"/>
          </a:xfrm>
          <a:prstGeom prst="roundRect">
            <a:avLst/>
          </a:prstGeom>
          <a:solidFill>
            <a:srgbClr val="FBFCFE"/>
          </a:solidFill>
          <a:ln>
            <a:solidFill>
              <a:srgbClr val="E4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024128"/>
            <a:ext cx="9326880" cy="4526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今天这场沟通，不是要求大家去“学一个新工具”，也不是给现有工作加一点 AI 点缀。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而是希望大家一起完成一次真正的切换：从传统软件思维，切到 AI 时代的产品思维；从分工协作思维，切到小队打穿思维；从一次性交付思维，切到持续运行、持续沉淀、持续演进的思维。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</a:rPr>
              <a:t>• 基础产品部要做的，不是慢慢适应变化，而是成为丰图这轮变化里，最先完成转身、也最能支撑业务往前跑的那支队伍。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谢谢</a:t>
            </a:r>
          </a:p>
          <a:p>
            <a:r>
              <a:t>讨论版原文拆页PPT｜供内部沟通与继续修改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RiYzIyYzI2ZWNlMzUyZGUyOWFjYTZkMTkzOGM2YWQifQ=="/>
</p:tagLst>
</file>

<file path=ppt/theme/theme1.xml><?xml version="1.0" encoding="utf-8"?>
<a:theme xmlns:a="http://schemas.openxmlformats.org/drawingml/2006/main" name="样式B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样式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标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空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正文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正文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样式B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6_章节标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8_章节标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9_章节标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3_正文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4352</Words>
  <Application>Microsoft Macintosh PowerPoint</Application>
  <PresentationFormat>宽屏</PresentationFormat>
  <Paragraphs>830</Paragraphs>
  <Slides>28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28</vt:i4>
      </vt:variant>
    </vt:vector>
  </HeadingPairs>
  <TitlesOfParts>
    <vt:vector size="53" baseType="lpstr">
      <vt:lpstr>阿里巴巴普惠体</vt:lpstr>
      <vt:lpstr>等线</vt:lpstr>
      <vt:lpstr>思源黑体 CN Bold</vt:lpstr>
      <vt:lpstr>思源黑体 CN Normal</vt:lpstr>
      <vt:lpstr>微软雅黑</vt:lpstr>
      <vt:lpstr>Manrope3 Medium</vt:lpstr>
      <vt:lpstr>Microsoft YaHei Semibold</vt:lpstr>
      <vt:lpstr>Arial</vt:lpstr>
      <vt:lpstr>Calibri</vt:lpstr>
      <vt:lpstr>Helvetica</vt:lpstr>
      <vt:lpstr>Wingdings</vt:lpstr>
      <vt:lpstr>样式B</vt:lpstr>
      <vt:lpstr>样式c</vt:lpstr>
      <vt:lpstr>目录</vt:lpstr>
      <vt:lpstr>章节标题</vt:lpstr>
      <vt:lpstr>空白</vt:lpstr>
      <vt:lpstr>正文</vt:lpstr>
      <vt:lpstr>1_正文</vt:lpstr>
      <vt:lpstr>2_正文</vt:lpstr>
      <vt:lpstr>1_样式B</vt:lpstr>
      <vt:lpstr>6_章节标题</vt:lpstr>
      <vt:lpstr>8_章节标题</vt:lpstr>
      <vt:lpstr>9_章节标题</vt:lpstr>
      <vt:lpstr>3_正文</vt:lpstr>
      <vt:lpstr>1_目录</vt:lpstr>
      <vt:lpstr>PowerPoint 演示文稿</vt:lpstr>
      <vt:lpstr>PowerPoint 演示文稿</vt:lpstr>
      <vt:lpstr>丰图科技在顺丰集团的定位</vt:lpstr>
      <vt:lpstr>丰图科技发展历程</vt:lpstr>
      <vt:lpstr>资质与荣誉</vt:lpstr>
      <vt:lpstr>丰图为顺丰集团打造时空核心能力</vt:lpstr>
      <vt:lpstr>海量、鲜活、精准的数据积累</vt:lpstr>
      <vt:lpstr>PowerPoint 演示文稿</vt:lpstr>
      <vt:lpstr>核心技术-独有的语义地址融合能力造就真正精准的地图</vt:lpstr>
      <vt:lpstr>核心技术—结合自有数据及生产体系打造真正有用的工业级地图</vt:lpstr>
      <vt:lpstr>核心技术—大数据算法+行业业务算法让地图更懂行业</vt:lpstr>
      <vt:lpstr>产品与解决方案——时空智能赋能城市时空数据基座建设</vt:lpstr>
      <vt:lpstr>产品与解决方案——时空智能赋能城市时空数据基座建设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丰图在深圳 数字孪生推进超大城市社会治理（数据要素X全国一等奖）</vt:lpstr>
      <vt:lpstr>PowerPoint 演示文稿</vt:lpstr>
      <vt:lpstr>丰图在上海——大数据中心城市治理一张图</vt:lpstr>
      <vt:lpstr>丰图在公共安全——辽宁省110实时警情定位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</dc:creator>
  <cp:lastModifiedBy>达 胡</cp:lastModifiedBy>
  <cp:revision>1312</cp:revision>
  <dcterms:created xsi:type="dcterms:W3CDTF">2024-12-22T11:44:22Z</dcterms:created>
  <dcterms:modified xsi:type="dcterms:W3CDTF">2024-12-27T13:40:00Z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740B5BD5758E9D7487D46767A258AB5E_43</vt:lpwstr>
  </property>
  <property fmtid="{D5CDD505-2E9C-101B-9397-08002B2CF9AE}" pid="3" name="KSOProductBuildVer">
    <vt:lpwstr>2052-6.7.1.8828</vt:lpwstr>
  </property>
</Properties>
</file>